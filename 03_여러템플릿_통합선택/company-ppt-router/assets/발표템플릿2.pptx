
<file path=[Content_Types].xml><?xml version="1.0" encoding="utf-8"?>
<Types xmlns="http://schemas.openxmlformats.org/package/2006/content-types">
  <Default Extension="png" ContentType="image/png"/>
  <Default Extension="emf" ContentType="image/x-emf"/>
  <Default Extension="vtt" ContentType="text/vtt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1" r:id="rId6"/>
    <p:sldId id="279" r:id="rId7"/>
    <p:sldId id="281" r:id="rId8"/>
    <p:sldId id="280" r:id="rId9"/>
    <p:sldId id="257" r:id="rId10"/>
    <p:sldId id="275" r:id="rId11"/>
    <p:sldId id="276" r:id="rId12"/>
    <p:sldId id="282" r:id="rId13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271"/>
            <p14:sldId id="279"/>
            <p14:sldId id="281"/>
            <p14:sldId id="280"/>
            <p14:sldId id="257"/>
            <p14:sldId id="275"/>
            <p14:sldId id="276"/>
          </p14:sldIdLst>
        </p14:section>
        <p14:section name="자세한 정보" id="{2CC34DB2-6590-42C0-AD4B-A04C6060184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만든 이" initials="오전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D24726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8" autoAdjust="0"/>
    <p:restoredTop sz="94241" autoAdjust="0"/>
  </p:normalViewPr>
  <p:slideViewPr>
    <p:cSldViewPr snapToGrid="0">
      <p:cViewPr varScale="1">
        <p:scale>
          <a:sx n="78" d="100"/>
          <a:sy n="78" d="100"/>
        </p:scale>
        <p:origin x="62" y="2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6615A47-BAB8-40E2-A1ED-9E90A072AC00}" type="datetime1">
              <a:rPr lang="ko-KR" altLang="en-US" smtClean="0">
                <a:latin typeface="+mj-ea"/>
                <a:ea typeface="+mj-ea"/>
              </a:rPr>
              <a:t>2026-09-15</a:t>
            </a:fld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C06A2C1-A9EB-4898-A387-106DFED4BED0}" type="datetime1">
              <a:rPr lang="ko-KR" altLang="en-US" smtClean="0"/>
              <a:pPr/>
              <a:t>2026-09-15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F61EA0F-A667-4B49-8422-0062BC55E249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1268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7616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5306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4600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6040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9062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ko-KR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0530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ko-KR" altLang="en-US" noProof="0" dirty="0">
                <a:latin typeface="+mj-ea"/>
                <a:ea typeface="+mj-ea"/>
              </a:rPr>
              <a:t>슬라이드 쇼 모드에서 화살표를 선택하여 링크를 방문하세요</a:t>
            </a:r>
            <a:r>
              <a:rPr lang="en-US" altLang="ko-KR" noProof="0" dirty="0">
                <a:latin typeface="+mj-ea"/>
                <a:ea typeface="+mj-ea"/>
              </a:rPr>
              <a:t>.</a:t>
            </a:r>
            <a:endParaRPr lang="ko-KR" altLang="en-US" noProof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304665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 smtClean="0"/>
              <a:t>마스터 텍스트 스타일 편집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 smtClean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 smtClean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 smtClean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EBB724D-71E1-4DCA-86A7-3E42B461DE10}" type="datetime1">
              <a:rPr lang="ko-KR" altLang="en-US" smtClean="0"/>
              <a:t>2026-09-15</a:t>
            </a:fld>
            <a:endParaRPr lang="ko-KR" altLang="en-US" dirty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smtClean="0"/>
              <a:t>마스터 제목 스타일 편집</a:t>
            </a:r>
            <a:endParaRPr lang="ko-KR" altLang="en-US" noProof="0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 smtClean="0"/>
              <a:t>마스터 텍스트 스타일 편집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 smtClean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 smtClean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 smtClean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 smtClean="0"/>
              <a:t>다섯째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4DCE5A-71AA-4BD9-B96E-5BE2121D3AB0}" type="datetime1">
              <a:rPr lang="ko-KR" altLang="en-US" smtClean="0"/>
              <a:t>2026-09-15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microsoft.com/office/2017/04/relationships/track" Target="../media/track1.vtt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go.microsoft.com/fwlink/?LinkId=617172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support.office.com/ko-kr/article/windows%ec%9a%a9-powerpoint-%ea%b5%90%ec%9c%a1-40e8c930-cb0b-40d8-82c4-bd53d3398787?redirectSourcePath=%2farticle%2fb89770f1-deb1-4a19-94ef-342aa15a4689&amp;omkt=ko-KR&amp;ui=ko-KR&amp;rs=ko-KR&amp;ad=K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800" dirty="0">
                <a:solidFill>
                  <a:schemeClr val="bg1"/>
                </a:solidFill>
              </a:rPr>
              <a:t>PowerPoint </a:t>
            </a:r>
            <a:r>
              <a:rPr lang="ko-KR" altLang="en-US" sz="4800" dirty="0">
                <a:solidFill>
                  <a:schemeClr val="bg1"/>
                </a:solidFill>
              </a:rPr>
              <a:t>시작</a:t>
            </a:r>
          </a:p>
        </p:txBody>
      </p:sp>
      <p:sp>
        <p:nvSpPr>
          <p:cNvPr id="3" name="부제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ko-KR" altLang="en-US" sz="2400" dirty="0">
                <a:solidFill>
                  <a:schemeClr val="bg1"/>
                </a:solidFill>
              </a:rPr>
              <a:t>보다 간편한 작업을 위한 </a:t>
            </a:r>
            <a:r>
              <a:rPr lang="en-US" altLang="ko-KR" sz="2400" dirty="0">
                <a:solidFill>
                  <a:schemeClr val="bg1"/>
                </a:solidFill>
              </a:rPr>
              <a:t>5</a:t>
            </a:r>
            <a:r>
              <a:rPr lang="ko-KR" altLang="en-US" sz="2400" dirty="0">
                <a:solidFill>
                  <a:schemeClr val="bg1"/>
                </a:solidFill>
              </a:rPr>
              <a:t>가지 팁</a:t>
            </a:r>
          </a:p>
        </p:txBody>
      </p:sp>
      <p:pic>
        <p:nvPicPr>
          <p:cNvPr id="4" name="그림 3" descr="PowerPoint 로고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07283" y="5209538"/>
            <a:ext cx="2474189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6" y="448056"/>
            <a:ext cx="8613915" cy="640080"/>
          </a:xfrm>
        </p:spPr>
        <p:txBody>
          <a:bodyPr rtlCol="0">
            <a:noAutofit/>
          </a:bodyPr>
          <a:lstStyle/>
          <a:p>
            <a:pPr rtl="0"/>
            <a:r>
              <a:rPr lang="ko-KR" altLang="en-US" dirty="0">
                <a:cs typeface="Segoe UI Light" panose="020B0502040204020203" pitchFamily="34" charset="0"/>
              </a:rPr>
              <a:t>디자이너를 사용하여 메시지를 시각적으로 표현</a:t>
            </a:r>
          </a:p>
        </p:txBody>
      </p:sp>
      <p:pic>
        <p:nvPicPr>
          <p:cNvPr id="5" name="그림 4" descr="다양한 디자인 옵션이 표시된 디자인 아이디어 창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63333" y="1385113"/>
            <a:ext cx="8525932" cy="4577621"/>
          </a:xfrm>
          <a:prstGeom prst="rect">
            <a:avLst/>
          </a:prstGeom>
        </p:spPr>
      </p:pic>
      <p:sp>
        <p:nvSpPr>
          <p:cNvPr id="38" name="내용 개체 틀 17"/>
          <p:cNvSpPr txBox="1">
            <a:spLocks/>
          </p:cNvSpPr>
          <p:nvPr/>
        </p:nvSpPr>
        <p:spPr>
          <a:xfrm>
            <a:off x="541610" y="1524708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PowerPoint Designer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는 슬라이드의 콘텐츠를 바탕으로 프레젠테이션을 위한 전문적인 디자인 제안을 제공합니다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 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디자이너는 구독 사용자에게만 제공되는 기능입니다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Office 365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를 구독 중이라면 다음 슬라이드에서 새 프레젠테이션에서 디자이너를 사용하는 방법을 확인해 보세요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PowerPoint Designer</a:t>
            </a:r>
            <a:r>
              <a:rPr lang="ko-KR" altLang="en-US" dirty="0">
                <a:cs typeface="Segoe UI Light" panose="020B0502040204020203" pitchFamily="34" charset="0"/>
              </a:rPr>
              <a:t>를 사용하는 방법</a:t>
            </a:r>
          </a:p>
        </p:txBody>
      </p:sp>
      <p:sp>
        <p:nvSpPr>
          <p:cNvPr id="25" name="내용 개체 틀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작동 방법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18" name="그룹 17" descr="1단계를 나타내는 숫자 1이 표시된 작은 원"/>
          <p:cNvGrpSpPr/>
          <p:nvPr/>
        </p:nvGrpSpPr>
        <p:grpSpPr bwMode="blackWhite">
          <a:xfrm>
            <a:off x="531552" y="1917997"/>
            <a:ext cx="558179" cy="409838"/>
            <a:chOff x="6953426" y="711274"/>
            <a:chExt cx="558179" cy="409838"/>
          </a:xfrm>
        </p:grpSpPr>
        <p:sp>
          <p:nvSpPr>
            <p:cNvPr id="19" name="타원 18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텍스트 상자 19" descr="숫자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1</a:t>
              </a:r>
              <a:endPara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21" name="내용 개체 틀 17"/>
          <p:cNvSpPr txBox="1">
            <a:spLocks/>
          </p:cNvSpPr>
          <p:nvPr/>
        </p:nvSpPr>
        <p:spPr>
          <a:xfrm>
            <a:off x="1056513" y="1958189"/>
            <a:ext cx="4585731" cy="596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파일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&gt;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새로 만들기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&gt;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새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프레젠테이션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으로 이동하여 새 프레젠테이션을 만듭니다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.</a:t>
            </a:r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/>
            </a:endParaRPr>
          </a:p>
        </p:txBody>
      </p:sp>
      <p:grpSp>
        <p:nvGrpSpPr>
          <p:cNvPr id="33" name="그룹 32" descr="2단계를 나타내는 숫자 2가 표시된 작은 원"/>
          <p:cNvGrpSpPr/>
          <p:nvPr/>
        </p:nvGrpSpPr>
        <p:grpSpPr bwMode="blackWhite">
          <a:xfrm>
            <a:off x="531552" y="2804257"/>
            <a:ext cx="558179" cy="409838"/>
            <a:chOff x="6953426" y="711274"/>
            <a:chExt cx="558179" cy="409838"/>
          </a:xfrm>
        </p:grpSpPr>
        <p:sp>
          <p:nvSpPr>
            <p:cNvPr id="34" name="타원 33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텍스트 상자 34" descr="숫자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2</a:t>
              </a:r>
              <a:endPara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36" name="내용 개체 틀 17"/>
          <p:cNvSpPr txBox="1">
            <a:spLocks/>
          </p:cNvSpPr>
          <p:nvPr/>
        </p:nvSpPr>
        <p:spPr>
          <a:xfrm>
            <a:off x="1056513" y="2844450"/>
            <a:ext cx="4504252" cy="123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  <a:defRPr/>
            </a:pP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첫 번째 슬라이드에서 다음과 같이 그림을 추가합니다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삽입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&gt;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그림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또는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삽입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&gt;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온라인</a:t>
            </a: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그림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으로 이동하여 그림을 선택합니다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/>
            </a:r>
            <a:b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/>
            </a:r>
            <a:b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</a:b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힌트</a:t>
            </a:r>
            <a:r>
              <a:rPr lang="en-US" altLang="ko-KR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: 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그림을 추가하려면 온라인 상태여야 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29" name="그림 28" descr="그림 삽입 옵션이 표시된 삽입 탭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07526" y="1455791"/>
            <a:ext cx="2740429" cy="1592728"/>
          </a:xfrm>
          <a:prstGeom prst="rect">
            <a:avLst/>
          </a:prstGeom>
        </p:spPr>
      </p:pic>
      <p:grpSp>
        <p:nvGrpSpPr>
          <p:cNvPr id="22" name="그룹 21" descr="3단계를 나타내는 숫자 3이 표시된 작은 원"/>
          <p:cNvGrpSpPr/>
          <p:nvPr/>
        </p:nvGrpSpPr>
        <p:grpSpPr bwMode="blackWhite">
          <a:xfrm>
            <a:off x="531552" y="4208299"/>
            <a:ext cx="558179" cy="409838"/>
            <a:chOff x="6953426" y="711274"/>
            <a:chExt cx="558179" cy="409838"/>
          </a:xfrm>
        </p:grpSpPr>
        <p:sp>
          <p:nvSpPr>
            <p:cNvPr id="24" name="타원 23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텍스트 상자 29" descr="숫자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3</a:t>
              </a:r>
              <a:endPara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32" name="내용 개체 틀 17"/>
          <p:cNvSpPr txBox="1">
            <a:spLocks/>
          </p:cNvSpPr>
          <p:nvPr/>
        </p:nvSpPr>
        <p:spPr>
          <a:xfrm>
            <a:off x="1056513" y="4236460"/>
            <a:ext cx="4595257" cy="76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  <a:defRPr/>
            </a:pP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디자인 아이디어를 켤지 묻는 메시지가 표시되면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 </a:t>
            </a:r>
            <a:r>
              <a:rPr lang="ko-KR" altLang="en-US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시작하기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를 선택합니다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.</a:t>
            </a:r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/>
            </a:endParaRPr>
          </a:p>
        </p:txBody>
      </p:sp>
      <p:pic>
        <p:nvPicPr>
          <p:cNvPr id="23" name="그림 22" descr="디자인 아이디어 제공을 위한 사용자 확인을 묻는 디자인 아이디어 대화 상자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93033" y="3067244"/>
            <a:ext cx="2900886" cy="3506681"/>
          </a:xfrm>
          <a:prstGeom prst="rect">
            <a:avLst/>
          </a:prstGeom>
        </p:spPr>
      </p:pic>
      <p:grpSp>
        <p:nvGrpSpPr>
          <p:cNvPr id="37" name="그룹 36" descr="4단계를 나타내는 숫자 4가 표시된 작은 원"/>
          <p:cNvGrpSpPr/>
          <p:nvPr/>
        </p:nvGrpSpPr>
        <p:grpSpPr bwMode="blackWhite">
          <a:xfrm>
            <a:off x="531552" y="5137379"/>
            <a:ext cx="558179" cy="409838"/>
            <a:chOff x="6953426" y="711274"/>
            <a:chExt cx="558179" cy="409838"/>
          </a:xfrm>
        </p:grpSpPr>
        <p:sp>
          <p:nvSpPr>
            <p:cNvPr id="38" name="타원 37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" name="텍스트 상자 38" descr="숫자 4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4</a:t>
              </a:r>
              <a:endPara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40" name="내용 개체 틀 17"/>
          <p:cNvSpPr txBox="1">
            <a:spLocks/>
          </p:cNvSpPr>
          <p:nvPr/>
        </p:nvSpPr>
        <p:spPr>
          <a:xfrm>
            <a:off x="1056513" y="5177572"/>
            <a:ext cx="4504252" cy="563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  <a:defRPr/>
            </a:pP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디자인 아이디어</a:t>
            </a: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dirty="0" err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작업창에서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마음에 드는 디자인을 선택합니다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 err="1">
                <a:cs typeface="Segoe UI Light" panose="020B0502040204020203" pitchFamily="34" charset="0"/>
              </a:rPr>
              <a:t>모핑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sz="half" idx="4294967295"/>
          </p:nvPr>
        </p:nvSpPr>
        <p:spPr>
          <a:xfrm>
            <a:off x="541610" y="1431010"/>
            <a:ext cx="4557164" cy="47908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ko-KR" alt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모핑은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 프레젠테이션에서 부드러운 애니메이션과 개체 이동을 만듭니다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.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두 개의 유사한 슬라이드를 사용하여 애니메이션을 수행하지만 한 슬라이드에서 동작이 발생하는 것처럼 관중에게 보입니다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. 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오른쪽에 있는 비디오를 </a:t>
            </a:r>
            <a:r>
              <a:rPr lang="ko-KR" altLang="en-US" sz="1200" b="1" dirty="0">
                <a:solidFill>
                  <a:srgbClr val="D24726"/>
                </a:solidFill>
                <a:cs typeface="Segoe UI" panose="020B0502040204020203" pitchFamily="34" charset="0"/>
              </a:rPr>
              <a:t>재생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하면 간단한 예를 볼 수 있습니다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.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ko-KR" alt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모핑은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 구독 사용자에게만 제공되는 기능입니다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. Office 365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를 구독 중이라면 다음 슬라이드의 단계에 따라 직접 시도할 수 있습니다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.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</p:txBody>
      </p:sp>
      <p:pic>
        <p:nvPicPr>
          <p:cNvPr id="7" name="모핑 비디오" descr="바로 가기 키 Alt+P를 사용하여 재생하거나 일시 중지할 수 있는 모핑 기능의 예가 표시된 비디오">
            <a:hlinkClick r:id="" action="ppaction://media"/>
            <a:extLst>
              <a:ext uri="{FF2B5EF4-FFF2-40B4-BE49-F238E27FC236}">
                <a16:creationId xmlns:a16="http://schemas.microsoft.com/office/drawing/2014/main" id="{9F029C1A-F15A-44BF-996A-1F59B3110D78}"/>
              </a:ext>
            </a:extLst>
          </p:cNvPr>
          <p:cNvPicPr>
            <a:picLocks noGrp="1" noChangeAspect="1"/>
          </p:cNvPicPr>
          <p:nvPr>
            <p:ph sz="quarter" idx="10"/>
            <a:videoFile r:link="rId2"/>
            <p:extLst>
              <p:ext uri="{DAA4B4D4-6D71-4841-9C94-3DE7FCFB9230}">
                <p14:media xmlns:p14="http://schemas.microsoft.com/office/powerpoint/2010/main" r:embed="rId1">
                  <p14:extLst>
                    <p:ext uri="{3AFAAA56-56D3-431D-BCD4-E75A35582382}">
                      <p173:tracksInfo xmlns:p173="http://schemas.microsoft.com/office/powerpoint/2017/3/main" xmlns="" displayLoc="media">
                        <p173:trackLst>
                          <p173:track id="{7D80394A-61EE-4513-90D2-E9A3DA581656}" label="caption" lang="" r:embed="rId5"/>
                        </p173:trackLst>
                      </p173:tracksInfo>
                    </p:ext>
                  </p14:ext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418759" y="1540565"/>
            <a:ext cx="6110288" cy="3438525"/>
          </a:xfrm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 err="1">
                <a:cs typeface="Segoe UI Light" panose="020B0502040204020203" pitchFamily="34" charset="0"/>
              </a:rPr>
              <a:t>모핑</a:t>
            </a:r>
            <a:r>
              <a:rPr lang="ko-KR" altLang="en-US" dirty="0"/>
              <a:t> 설정하기</a:t>
            </a:r>
          </a:p>
        </p:txBody>
      </p:sp>
      <p:sp>
        <p:nvSpPr>
          <p:cNvPr id="30" name="내용 개체 틀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두 가지 간단한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행성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직접 시도해 보세요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13" name="그룹 12" descr="1단계를 나타내는 숫자 1이 표시된 작은 원"/>
          <p:cNvGrpSpPr/>
          <p:nvPr/>
        </p:nvGrpSpPr>
        <p:grpSpPr bwMode="blackWhite">
          <a:xfrm>
            <a:off x="558723" y="1917997"/>
            <a:ext cx="558179" cy="409838"/>
            <a:chOff x="6953426" y="711274"/>
            <a:chExt cx="558179" cy="409838"/>
          </a:xfrm>
        </p:grpSpPr>
        <p:sp>
          <p:nvSpPr>
            <p:cNvPr id="14" name="타원 13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텍스트 상자 14" descr="숫자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16" name="내용 개체 틀 17"/>
          <p:cNvSpPr txBox="1">
            <a:spLocks/>
          </p:cNvSpPr>
          <p:nvPr/>
        </p:nvSpPr>
        <p:spPr>
          <a:xfrm>
            <a:off x="1066040" y="1958188"/>
            <a:ext cx="2486328" cy="10708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다음과 같이 이 슬라이드를 복제합니다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 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슬라이드 축소판 그림을 마우스 오른쪽 단추로 클릭하고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슬라이드</a:t>
            </a:r>
            <a:r>
              <a:rPr lang="ko-KR" altLang="en-US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복제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를 선택합니다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2" name="그림 1" descr="슬라이드 복제 옵션이 표시된 슬라이드 축소판 그림의 상황에 맞는 메뉴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45391" y="1411101"/>
            <a:ext cx="1402147" cy="1803887"/>
          </a:xfrm>
          <a:prstGeom prst="rect">
            <a:avLst/>
          </a:prstGeom>
        </p:spPr>
      </p:pic>
      <p:grpSp>
        <p:nvGrpSpPr>
          <p:cNvPr id="18" name="그룹 17" descr="2단계를 나타내는 숫자 2가 표시된 작은 원"/>
          <p:cNvGrpSpPr/>
          <p:nvPr/>
        </p:nvGrpSpPr>
        <p:grpSpPr bwMode="blackWhite">
          <a:xfrm>
            <a:off x="558723" y="3047659"/>
            <a:ext cx="558179" cy="409838"/>
            <a:chOff x="6953426" y="711274"/>
            <a:chExt cx="558179" cy="409838"/>
          </a:xfrm>
        </p:grpSpPr>
        <p:sp>
          <p:nvSpPr>
            <p:cNvPr id="23" name="타원 22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텍스트 상자 23" descr="숫자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5" name="내용 개체 틀 17"/>
          <p:cNvSpPr txBox="1">
            <a:spLocks/>
          </p:cNvSpPr>
          <p:nvPr/>
        </p:nvSpPr>
        <p:spPr>
          <a:xfrm>
            <a:off x="1066038" y="3087852"/>
            <a:ext cx="2651153" cy="1170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똑같은 두 개의 슬라이드 중 두 번째 슬라이드에서 오른쪽 도형의 이동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, 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크기나 색을 바꾼 다음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전환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&gt; </a:t>
            </a:r>
            <a:r>
              <a:rPr lang="ko-KR" altLang="en-US" b="1" dirty="0" err="1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모핑</a:t>
            </a:r>
            <a:r>
              <a:rPr lang="ko-KR" altLang="en-US" dirty="0" err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으로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이동합니다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6" name="그림 5" descr="모핑 전환이 표시된 전환 탭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84500" y="3106341"/>
            <a:ext cx="2467551" cy="1185923"/>
          </a:xfrm>
          <a:prstGeom prst="rect">
            <a:avLst/>
          </a:prstGeom>
        </p:spPr>
      </p:pic>
      <p:grpSp>
        <p:nvGrpSpPr>
          <p:cNvPr id="26" name="그룹 25" descr="3단계를 나타내는 숫자 3이 표시된 작은 원"/>
          <p:cNvGrpSpPr/>
          <p:nvPr/>
        </p:nvGrpSpPr>
        <p:grpSpPr bwMode="blackWhite">
          <a:xfrm>
            <a:off x="557319" y="4344232"/>
            <a:ext cx="558179" cy="409838"/>
            <a:chOff x="6953426" y="711274"/>
            <a:chExt cx="558179" cy="409838"/>
          </a:xfrm>
        </p:grpSpPr>
        <p:sp>
          <p:nvSpPr>
            <p:cNvPr id="27" name="타원 26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텍스트 상자 27" descr="숫자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29" name="내용 개체 틀 17"/>
          <p:cNvSpPr txBox="1">
            <a:spLocks/>
          </p:cNvSpPr>
          <p:nvPr/>
        </p:nvSpPr>
        <p:spPr>
          <a:xfrm>
            <a:off x="1076799" y="4360521"/>
            <a:ext cx="2784602" cy="1110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두 개의 슬라이드 중 첫 번째 슬라이드로 돌아가서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슬라이드 쇼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단추를 누르고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재생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을 눌러 원이 </a:t>
            </a:r>
            <a:r>
              <a:rPr lang="ko-KR" altLang="en-US" dirty="0" err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모핑되는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모습을 확인하세요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5" name="그림 4" descr="슬라이드 쇼 단추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37079" y="4388622"/>
            <a:ext cx="2134319" cy="887083"/>
          </a:xfrm>
          <a:prstGeom prst="rect">
            <a:avLst/>
          </a:prstGeom>
        </p:spPr>
      </p:pic>
      <p:sp>
        <p:nvSpPr>
          <p:cNvPr id="17" name="내용 개체 틀 17"/>
          <p:cNvSpPr txBox="1">
            <a:spLocks/>
          </p:cNvSpPr>
          <p:nvPr/>
        </p:nvSpPr>
        <p:spPr>
          <a:xfrm>
            <a:off x="628962" y="5832234"/>
            <a:ext cx="3449878" cy="692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힌트</a:t>
            </a:r>
            <a:r>
              <a:rPr lang="en-US" altLang="ko-KR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: </a:t>
            </a:r>
            <a:r>
              <a:rPr lang="ko-KR" altLang="en-US" b="1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효과 옵션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에서 더 많은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모핑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옵션을 확인할 수 있습니다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cxnSp>
        <p:nvCxnSpPr>
          <p:cNvPr id="20" name="직선 연결선(S) 19" descr="모핑 텍스트와 이미지를 구분하는 옅은 회색 선"/>
          <p:cNvCxnSpPr/>
          <p:nvPr/>
        </p:nvCxnSpPr>
        <p:spPr>
          <a:xfrm>
            <a:off x="6296866" y="147243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 descr="큰 파란색 원 안의 작은 옅은 파란색 원"/>
          <p:cNvSpPr/>
          <p:nvPr/>
        </p:nvSpPr>
        <p:spPr>
          <a:xfrm>
            <a:off x="7236525" y="1944862"/>
            <a:ext cx="3827244" cy="37432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타원 10" descr="큰 어두운 파란색 원 안의 작은 옅은 파란색 원"/>
          <p:cNvSpPr/>
          <p:nvPr/>
        </p:nvSpPr>
        <p:spPr bwMode="ltGray">
          <a:xfrm>
            <a:off x="8086223" y="2796642"/>
            <a:ext cx="2148929" cy="210175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lvl="0" rtl="0"/>
            <a:r>
              <a:rPr lang="ko-KR" altLang="en-US" dirty="0">
                <a:cs typeface="Segoe UI Light" panose="020B0502040204020203" pitchFamily="34" charset="0"/>
              </a:rPr>
              <a:t>실시간으로 공동 작업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4294967295"/>
          </p:nvPr>
        </p:nvSpPr>
        <p:spPr>
          <a:xfrm>
            <a:off x="541611" y="1431010"/>
            <a:ext cx="4413626" cy="397827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2000"/>
              </a:spcAft>
              <a:buNone/>
            </a:pP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프레젠테이션이 공유된 다른 사용자가 나와 동시에 작업하는 것을 확인할 수 있습니다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. </a:t>
            </a: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/>
            </a:r>
            <a:b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</a:b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/>
            </a:r>
            <a:b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</a:br>
            <a:r>
              <a:rPr lang="ko-KR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작동 방법</a:t>
            </a:r>
            <a:r>
              <a:rPr lang="en-US" altLang="ko-KR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:</a:t>
            </a:r>
          </a:p>
        </p:txBody>
      </p:sp>
      <p:pic>
        <p:nvPicPr>
          <p:cNvPr id="11" name="그림 10" descr="프레젠테이션을 작업 중인 사용자 수를 나타내는 공유 아이콘 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1984" y="2425111"/>
            <a:ext cx="3262550" cy="1475659"/>
          </a:xfrm>
          <a:prstGeom prst="rect">
            <a:avLst/>
          </a:prstGeom>
        </p:spPr>
      </p:pic>
      <p:grpSp>
        <p:nvGrpSpPr>
          <p:cNvPr id="33" name="그룹 32" descr="1단계를 나타내는 숫자 1이 표시된 작은 원"/>
          <p:cNvGrpSpPr/>
          <p:nvPr/>
        </p:nvGrpSpPr>
        <p:grpSpPr bwMode="blackWhite">
          <a:xfrm>
            <a:off x="558723" y="4531632"/>
            <a:ext cx="558179" cy="409838"/>
            <a:chOff x="6953426" y="711274"/>
            <a:chExt cx="558179" cy="409838"/>
          </a:xfrm>
        </p:grpSpPr>
        <p:sp>
          <p:nvSpPr>
            <p:cNvPr id="34" name="타원 33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텍스트 상자 34" descr="숫자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42" name="내용 개체 틀 17"/>
          <p:cNvSpPr txBox="1">
            <a:spLocks/>
          </p:cNvSpPr>
          <p:nvPr/>
        </p:nvSpPr>
        <p:spPr>
          <a:xfrm>
            <a:off x="1066039" y="4571824"/>
            <a:ext cx="2696774" cy="9925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리본에서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공유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를 선택하거나 바로 가기 키 </a:t>
            </a:r>
            <a:r>
              <a:rPr lang="en-US" altLang="ko-KR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Alt-ZS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를 사용하여 함께 작업할 사용자를 초대합니다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(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또는 파일을 </a:t>
            </a:r>
            <a:r>
              <a:rPr lang="ko-KR" altLang="en-US" dirty="0" err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클라우드에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저장합니다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).</a:t>
            </a:r>
          </a:p>
        </p:txBody>
      </p:sp>
      <p:pic>
        <p:nvPicPr>
          <p:cNvPr id="9" name="그림 8" descr="슬라이드를 작업 중인 사용자를 나타내는 표식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61352" y="2434307"/>
            <a:ext cx="3841692" cy="2512927"/>
          </a:xfrm>
          <a:prstGeom prst="rect">
            <a:avLst/>
          </a:prstGeom>
        </p:spPr>
      </p:pic>
      <p:grpSp>
        <p:nvGrpSpPr>
          <p:cNvPr id="36" name="그룹 35" descr="2단계를 나타내는 숫자 2가 표시된 작은 원"/>
          <p:cNvGrpSpPr/>
          <p:nvPr/>
        </p:nvGrpSpPr>
        <p:grpSpPr bwMode="blackWhite">
          <a:xfrm>
            <a:off x="4249102" y="4531632"/>
            <a:ext cx="558179" cy="409838"/>
            <a:chOff x="6953426" y="711274"/>
            <a:chExt cx="558179" cy="409838"/>
          </a:xfrm>
        </p:grpSpPr>
        <p:sp>
          <p:nvSpPr>
            <p:cNvPr id="37" name="타원 36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텍스트 상자 37" descr="숫자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43" name="내용 개체 틀 17"/>
          <p:cNvSpPr txBox="1">
            <a:spLocks/>
          </p:cNvSpPr>
          <p:nvPr/>
        </p:nvSpPr>
        <p:spPr>
          <a:xfrm>
            <a:off x="4747855" y="4571824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다른 사용자가 프레젠테이션을 작업 중인 경우 표식으로 어느 사용자가 어느 슬라이드에서</a:t>
            </a:r>
          </a:p>
        </p:txBody>
      </p:sp>
      <p:pic>
        <p:nvPicPr>
          <p:cNvPr id="12" name="그림 11" descr="편집 중인 슬라이드의 부분을 나타내는 표식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75875" y="2350394"/>
            <a:ext cx="2810870" cy="2305344"/>
          </a:xfrm>
          <a:prstGeom prst="rect">
            <a:avLst/>
          </a:prstGeom>
        </p:spPr>
      </p:pic>
      <p:grpSp>
        <p:nvGrpSpPr>
          <p:cNvPr id="39" name="그룹 38" descr="3단계를 나타내는 숫자 3이 표시된 작은 원"/>
          <p:cNvGrpSpPr/>
          <p:nvPr/>
        </p:nvGrpSpPr>
        <p:grpSpPr bwMode="blackWhite">
          <a:xfrm>
            <a:off x="7930921" y="4531632"/>
            <a:ext cx="558179" cy="409838"/>
            <a:chOff x="6953426" y="711274"/>
            <a:chExt cx="558179" cy="409838"/>
          </a:xfrm>
        </p:grpSpPr>
        <p:sp>
          <p:nvSpPr>
            <p:cNvPr id="40" name="타원 39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텍스트 상자 40" descr="숫자 3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44" name="내용 개체 틀 17"/>
          <p:cNvSpPr txBox="1">
            <a:spLocks/>
          </p:cNvSpPr>
          <p:nvPr/>
        </p:nvSpPr>
        <p:spPr>
          <a:xfrm>
            <a:off x="8429668" y="4571824"/>
            <a:ext cx="2658635" cy="69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어느 부분을 편집하고 있는지 알 수 있습니다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cs typeface="Segoe UI Light" panose="020B0502040204020203" pitchFamily="34" charset="0"/>
              </a:rPr>
              <a:t>입력 상자 기능을 완벽하게 활용하기</a:t>
            </a:r>
          </a:p>
        </p:txBody>
      </p:sp>
      <p:sp>
        <p:nvSpPr>
          <p:cNvPr id="38" name="내용 개체 틀 17"/>
          <p:cNvSpPr txBox="1">
            <a:spLocks/>
          </p:cNvSpPr>
          <p:nvPr/>
        </p:nvSpPr>
        <p:spPr>
          <a:xfrm>
            <a:off x="541609" y="1296100"/>
            <a:ext cx="5110161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필요한 경우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'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어떤 작업을 원하시나요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?' 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상자를 통해 적절한 명령을 찾을 수 있으므로 </a:t>
            </a:r>
            <a:b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시간을 절약하고 작업에 집중할 수 있습니다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/>
            </a:r>
            <a:b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/>
            </a:r>
            <a:b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방법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4" name="그룹 3" descr="1단계를 나타내는 숫자 1이 표시된 작은 원"/>
          <p:cNvGrpSpPr/>
          <p:nvPr/>
        </p:nvGrpSpPr>
        <p:grpSpPr bwMode="blackWhite">
          <a:xfrm>
            <a:off x="558723" y="2638502"/>
            <a:ext cx="558179" cy="409838"/>
            <a:chOff x="6953426" y="711274"/>
            <a:chExt cx="558179" cy="409838"/>
          </a:xfrm>
        </p:grpSpPr>
        <p:sp>
          <p:nvSpPr>
            <p:cNvPr id="2" name="타원 1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" name="텍스트 상자 2" descr="숫자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1</a:t>
              </a:r>
              <a:endPara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29" name="내용 개체 틀 17"/>
          <p:cNvSpPr txBox="1">
            <a:spLocks/>
          </p:cNvSpPr>
          <p:nvPr/>
        </p:nvSpPr>
        <p:spPr>
          <a:xfrm>
            <a:off x="1066039" y="2678694"/>
            <a:ext cx="3121671" cy="467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512763" rtl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오른쪽의 </a:t>
            </a:r>
            <a:r>
              <a:rPr lang="ko-KR" altLang="en-US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로봇 그림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을 선택합니다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5" name="텍스트 상자 16" descr="선택해 보세요"/>
          <p:cNvSpPr txBox="1"/>
          <p:nvPr/>
        </p:nvSpPr>
        <p:spPr>
          <a:xfrm rot="21077122">
            <a:off x="6043297" y="1772253"/>
            <a:ext cx="1334770" cy="435610"/>
          </a:xfrm>
          <a:prstGeom prst="rect">
            <a:avLst/>
          </a:prstGeom>
          <a:noFill/>
          <a:ln>
            <a:noFill/>
          </a:ln>
          <a:effectLst/>
          <a:extLst>
            <a:ext uri="{C572A759-6A51-4108-AA02-DFA0A04FC94B}">
              <ma14:wrappingTextBoxFlag xmlns:ma14="http://schemas.microsoft.com/office/mac/drawingml/2011/main" xmlns=""/>
            </a:ext>
          </a:extLst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spcBef>
                <a:spcPts val="0"/>
              </a:spcBef>
              <a:spcAft>
                <a:spcPts val="200"/>
              </a:spcAft>
              <a:tabLst>
                <a:tab pos="4931410" algn="l"/>
              </a:tabLst>
            </a:pPr>
            <a:r>
              <a:rPr lang="ko-KR" altLang="en-US" sz="1200" b="1" kern="1000" spc="100" dirty="0">
                <a:ln>
                  <a:noFill/>
                </a:ln>
                <a:solidFill>
                  <a:srgbClr val="D2472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선택</a:t>
            </a:r>
            <a:endParaRPr lang="ko-KR" altLang="en-US" sz="1200" b="1" kern="1400" dirty="0">
              <a:solidFill>
                <a:srgbClr val="D2472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4" name="그림 23" descr="구부러진 화살표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61835" flipH="1">
            <a:off x="6740574" y="1787378"/>
            <a:ext cx="851862" cy="939987"/>
          </a:xfrm>
          <a:prstGeom prst="rect">
            <a:avLst/>
          </a:prstGeom>
        </p:spPr>
      </p:pic>
      <p:pic>
        <p:nvPicPr>
          <p:cNvPr id="23" name="그림 22" descr="로봇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2741" y="1646170"/>
            <a:ext cx="2775459" cy="4531804"/>
          </a:xfrm>
          <a:prstGeom prst="rect">
            <a:avLst/>
          </a:prstGeom>
        </p:spPr>
      </p:pic>
      <p:grpSp>
        <p:nvGrpSpPr>
          <p:cNvPr id="19" name="그룹 18" descr="2단계를 나타내는 숫자 2가 표시된 작은 원"/>
          <p:cNvGrpSpPr/>
          <p:nvPr/>
        </p:nvGrpSpPr>
        <p:grpSpPr bwMode="blackWhite">
          <a:xfrm>
            <a:off x="558723" y="3312993"/>
            <a:ext cx="558179" cy="409838"/>
            <a:chOff x="6953426" y="711274"/>
            <a:chExt cx="558179" cy="409838"/>
          </a:xfrm>
        </p:grpSpPr>
        <p:sp>
          <p:nvSpPr>
            <p:cNvPr id="20" name="타원 19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텍스트 상자 20" descr="숫자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2</a:t>
              </a:r>
              <a:endPara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22" name="내용 개체 틀 17"/>
          <p:cNvSpPr txBox="1">
            <a:spLocks/>
          </p:cNvSpPr>
          <p:nvPr/>
        </p:nvSpPr>
        <p:spPr>
          <a:xfrm>
            <a:off x="1066039" y="3353185"/>
            <a:ext cx="3504072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어떤 작업을 원하시나요</a:t>
            </a:r>
            <a:r>
              <a:rPr lang="en-US" altLang="ko-KR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?</a:t>
            </a: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상자에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i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애니메이션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이라고 입력하고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애니메이션 추가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를 선택합니다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5" name="그림 4" descr="입력 상자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65551" y="3410945"/>
            <a:ext cx="2106152" cy="220832"/>
          </a:xfrm>
          <a:prstGeom prst="rect">
            <a:avLst/>
          </a:prstGeom>
        </p:spPr>
      </p:pic>
      <p:grpSp>
        <p:nvGrpSpPr>
          <p:cNvPr id="31" name="그룹 30" descr="3단계를 나타내는 숫자 3이 표시된 작은 원"/>
          <p:cNvGrpSpPr/>
          <p:nvPr/>
        </p:nvGrpSpPr>
        <p:grpSpPr bwMode="blackWhite">
          <a:xfrm>
            <a:off x="557319" y="4263506"/>
            <a:ext cx="558179" cy="409838"/>
            <a:chOff x="6953426" y="711274"/>
            <a:chExt cx="558179" cy="409838"/>
          </a:xfrm>
        </p:grpSpPr>
        <p:sp>
          <p:nvSpPr>
            <p:cNvPr id="32" name="타원 31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텍스트 상자 32" descr="숫자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3</a:t>
              </a:r>
              <a:endPara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34" name="내용 개체 틀 17"/>
          <p:cNvSpPr txBox="1">
            <a:spLocks/>
          </p:cNvSpPr>
          <p:nvPr/>
        </p:nvSpPr>
        <p:spPr>
          <a:xfrm>
            <a:off x="1064636" y="4303697"/>
            <a:ext cx="2134038" cy="144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512763" rtl="0">
              <a:spcAft>
                <a:spcPts val="2000"/>
              </a:spcAft>
              <a:buNone/>
            </a:pP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확대</a:t>
            </a:r>
            <a:r>
              <a:rPr lang="en-US" altLang="ko-KR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/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축소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와 같은 애니메이션 효과를 선택하고 </a:t>
            </a:r>
            <a:b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효과를 확인합니다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7" name="그림 6" descr="확대/축소 옵션이 표시된 애니메이션 탭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63240" y="4069080"/>
            <a:ext cx="3803903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cs typeface="Segoe UI Light" panose="020B0502040204020203" pitchFamily="34" charset="0"/>
              </a:rPr>
              <a:t>슬라이드를 종료하지 않고 탐색</a:t>
            </a:r>
          </a:p>
        </p:txBody>
      </p:sp>
      <p:sp>
        <p:nvSpPr>
          <p:cNvPr id="16" name="내용 개체 틀 17"/>
          <p:cNvSpPr txBox="1">
            <a:spLocks/>
          </p:cNvSpPr>
          <p:nvPr/>
        </p:nvSpPr>
        <p:spPr>
          <a:xfrm>
            <a:off x="541609" y="1296100"/>
            <a:ext cx="6093106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스마트 조회를 통해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PowerPoint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에 직접 리서치가 표시됩니다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/>
            </a:r>
            <a:b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/>
            </a:r>
            <a:b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방법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</a:t>
            </a:r>
          </a:p>
        </p:txBody>
      </p:sp>
      <p:pic>
        <p:nvPicPr>
          <p:cNvPr id="18" name="그림 17" descr="스마트 조회 기능을 보여 주는 그림 3개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4408" y="2145058"/>
            <a:ext cx="11129521" cy="3197087"/>
          </a:xfrm>
          <a:prstGeom prst="rect">
            <a:avLst/>
          </a:prstGeom>
        </p:spPr>
      </p:pic>
      <p:grpSp>
        <p:nvGrpSpPr>
          <p:cNvPr id="33" name="그룹 32" descr="1단계를 나타내는 숫자 1이 표시된 작은 원"/>
          <p:cNvGrpSpPr/>
          <p:nvPr/>
        </p:nvGrpSpPr>
        <p:grpSpPr bwMode="blackWhite">
          <a:xfrm>
            <a:off x="558723" y="5233381"/>
            <a:ext cx="558179" cy="409838"/>
            <a:chOff x="6953426" y="711274"/>
            <a:chExt cx="558179" cy="409838"/>
          </a:xfrm>
        </p:grpSpPr>
        <p:sp>
          <p:nvSpPr>
            <p:cNvPr id="34" name="타원 33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텍스트 상자 34" descr="숫자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1</a:t>
              </a:r>
              <a:endPara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42" name="내용 개체 틀 17"/>
          <p:cNvSpPr txBox="1">
            <a:spLocks/>
          </p:cNvSpPr>
          <p:nvPr/>
        </p:nvSpPr>
        <p:spPr>
          <a:xfrm>
            <a:off x="1066038" y="5273573"/>
            <a:ext cx="2919669" cy="1298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ko-KR" alt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사무용 가구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라는 문구에서 </a:t>
            </a:r>
            <a:r>
              <a:rPr lang="ko-KR" altLang="en-US" b="1" i="1" dirty="0" err="1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사무용</a:t>
            </a:r>
            <a:r>
              <a:rPr lang="ko-KR" altLang="en-US" dirty="0" err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라는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단어를 마우스 오른쪽 단추로 클릭합니다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36" name="그룹 35" descr="2단계를 나타내는 숫자 2가 표시된 작은 원"/>
          <p:cNvGrpSpPr/>
          <p:nvPr/>
        </p:nvGrpSpPr>
        <p:grpSpPr bwMode="blackWhite">
          <a:xfrm>
            <a:off x="4249102" y="5233381"/>
            <a:ext cx="558179" cy="409838"/>
            <a:chOff x="6953426" y="711274"/>
            <a:chExt cx="558179" cy="409838"/>
          </a:xfrm>
        </p:grpSpPr>
        <p:sp>
          <p:nvSpPr>
            <p:cNvPr id="37" name="타원 36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텍스트 상자 37" descr="숫자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2</a:t>
              </a:r>
              <a:endPara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43" name="내용 개체 틀 17"/>
          <p:cNvSpPr txBox="1">
            <a:spLocks/>
          </p:cNvSpPr>
          <p:nvPr/>
        </p:nvSpPr>
        <p:spPr>
          <a:xfrm>
            <a:off x="4747855" y="5273573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스마트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/>
              </a:rPr>
              <a:t> </a:t>
            </a:r>
            <a:r>
              <a:rPr lang="ko-KR" altLang="en-US" b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rPr>
              <a:t>조회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를 선택하면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Microsoft Office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앱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 아닌 문구의 맥락에 맞는 결과가 표시되는 것을 볼 수 있습니다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ko-KR" altLang="en-US" dirty="0">
              <a:solidFill>
                <a:srgbClr val="D2472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39" name="그룹 38" descr="3단계를 나타내는 숫자 3이 표시된 작은 원"/>
          <p:cNvGrpSpPr/>
          <p:nvPr/>
        </p:nvGrpSpPr>
        <p:grpSpPr bwMode="blackWhite">
          <a:xfrm>
            <a:off x="7930921" y="5233381"/>
            <a:ext cx="558179" cy="409838"/>
            <a:chOff x="6953426" y="711274"/>
            <a:chExt cx="558179" cy="409838"/>
          </a:xfrm>
        </p:grpSpPr>
        <p:sp>
          <p:nvSpPr>
            <p:cNvPr id="40" name="타원 39" descr="작은 원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텍스트 상자 40" descr="숫자 3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-KR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3</a:t>
              </a:r>
              <a:endParaRPr lang="ko-KR" altLang="en-US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44" name="내용 개체 틀 17"/>
          <p:cNvSpPr txBox="1">
            <a:spLocks/>
          </p:cNvSpPr>
          <p:nvPr/>
        </p:nvSpPr>
        <p:spPr>
          <a:xfrm>
            <a:off x="8429668" y="5273573"/>
            <a:ext cx="3107336" cy="1341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재미 삼아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, 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단계의 </a:t>
            </a:r>
            <a:r>
              <a:rPr lang="en-US" altLang="ko-KR" b="1" i="1" dirty="0">
                <a:solidFill>
                  <a:srgbClr val="D2472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Office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라는 단어를 마우스 오른쪽 단추로 클릭하여 스마트 조회를 다시 시도해 보세요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</a:p>
          <a:p>
            <a:pPr marL="0" indent="0" rtl="0">
              <a:spcAft>
                <a:spcPts val="2000"/>
              </a:spcAft>
              <a:buNone/>
            </a:pPr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521207" y="1536192"/>
            <a:ext cx="8338707" cy="640080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PowerPoint</a:t>
            </a:r>
            <a:r>
              <a:rPr lang="ko-KR" altLang="en-US" dirty="0">
                <a:cs typeface="Segoe UI Light" panose="020B0502040204020203" pitchFamily="34" charset="0"/>
              </a:rPr>
              <a:t>에 대한 추가 질문이 있으신가요</a:t>
            </a:r>
            <a:r>
              <a:rPr lang="en-US" altLang="ko-KR" dirty="0">
                <a:cs typeface="Segoe UI Light" panose="020B0502040204020203" pitchFamily="34" charset="0"/>
              </a:rPr>
              <a:t>?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4294967295"/>
          </p:nvPr>
        </p:nvSpPr>
        <p:spPr>
          <a:xfrm>
            <a:off x="541611" y="2614427"/>
            <a:ext cx="9442648" cy="3978275"/>
          </a:xfrm>
        </p:spPr>
        <p:txBody>
          <a:bodyPr rtlCol="0">
            <a:normAutofit/>
          </a:bodyPr>
          <a:lstStyle/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D24726"/>
                </a:solidFill>
                <a:cs typeface="Segoe UI Semibold" panose="020B0702040204020203" pitchFamily="34" charset="0"/>
              </a:rPr>
              <a:t>어떤 작업을 원하시나요</a:t>
            </a:r>
            <a:r>
              <a:rPr lang="en-US" altLang="ko-KR" sz="2000" b="1" dirty="0">
                <a:solidFill>
                  <a:srgbClr val="D24726"/>
                </a:solidFill>
                <a:cs typeface="Segoe UI Semibold" panose="020B0702040204020203" pitchFamily="34" charset="0"/>
              </a:rPr>
              <a:t>?</a:t>
            </a:r>
            <a:r>
              <a:rPr lang="en-US" altLang="ko-KR" sz="2000" dirty="0">
                <a:solidFill>
                  <a:srgbClr val="D24726"/>
                </a:solidFill>
                <a:cs typeface="Segoe UI Semibold" panose="020B0702040204020203" pitchFamily="34" charset="0"/>
              </a:rPr>
              <a:t>                </a:t>
            </a:r>
            <a:r>
              <a:rPr lang="ko-KR" altLang="en-US" sz="2000" dirty="0">
                <a:cs typeface="Segoe UI Light" panose="020B0502040204020203" pitchFamily="34" charset="0"/>
              </a:rPr>
              <a:t>단추를 선택하고 원하는 작업을 입력합니다</a:t>
            </a:r>
            <a:r>
              <a:rPr lang="en-US" altLang="ko-KR" sz="2000" dirty="0">
                <a:cs typeface="Segoe UI Light" panose="020B0502040204020203" pitchFamily="34" charset="0"/>
              </a:rPr>
              <a:t>.</a:t>
            </a:r>
            <a:r>
              <a:rPr lang="ko-KR" altLang="en-US" sz="2000" dirty="0">
                <a:cs typeface="Segoe UI Light" panose="020B0502040204020203" pitchFamily="34" charset="0"/>
              </a:rPr>
              <a:t/>
            </a:r>
            <a:br>
              <a:rPr lang="ko-KR" altLang="en-US" sz="2000" dirty="0">
                <a:cs typeface="Segoe UI Light" panose="020B0502040204020203" pitchFamily="34" charset="0"/>
              </a:rPr>
            </a:br>
            <a:endParaRPr lang="ko-KR" altLang="en-US" sz="2000" dirty="0"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r>
              <a:rPr lang="en-US" altLang="ko-KR" sz="2000" u="sng" dirty="0">
                <a:cs typeface="Segoe UI Light" panose="020B0502040204020203" pitchFamily="34" charset="0"/>
                <a:hlinkClick r:id="rId3" tooltip="PowerPoint 팀 블로그 방문"/>
              </a:rPr>
              <a:t>PowerPoint </a:t>
            </a:r>
            <a:r>
              <a:rPr lang="ko-KR" altLang="en-US" sz="2000" u="sng" dirty="0">
                <a:cs typeface="Segoe UI Light" panose="020B0502040204020203" pitchFamily="34" charset="0"/>
                <a:hlinkClick r:id="rId3" tooltip="PowerPoint 팀 블로그 방문"/>
              </a:rPr>
              <a:t>팀 블로그 방문</a:t>
            </a:r>
            <a:endParaRPr lang="ko-KR" altLang="en-US" sz="2000" dirty="0"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-KR" altLang="en-US" sz="2000" dirty="0">
                <a:cs typeface="Segoe UI Light" panose="020B0502040204020203" pitchFamily="34" charset="0"/>
                <a:hlinkClick r:id="rId4" tooltip="무료 PowerPoint 교육으로 이동"/>
              </a:rPr>
              <a:t>무료 </a:t>
            </a:r>
            <a:r>
              <a:rPr lang="en-US" altLang="ko-KR" sz="2000" dirty="0">
                <a:cs typeface="Segoe UI Light" panose="020B0502040204020203" pitchFamily="34" charset="0"/>
                <a:hlinkClick r:id="rId4" tooltip="무료 PowerPoint 교육으로 이동"/>
              </a:rPr>
              <a:t>PowerPoint </a:t>
            </a:r>
            <a:r>
              <a:rPr lang="ko-KR" altLang="en-US" sz="2000" dirty="0">
                <a:cs typeface="Segoe UI Light" panose="020B0502040204020203" pitchFamily="34" charset="0"/>
                <a:hlinkClick r:id="rId4" tooltip="무료 PowerPoint 교육으로 이동"/>
              </a:rPr>
              <a:t>교육으로 이동</a:t>
            </a:r>
            <a:endParaRPr lang="ko-KR" altLang="en-US" sz="2000" dirty="0"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endParaRPr lang="ko-KR" altLang="en-US" sz="2000" dirty="0">
              <a:cs typeface="Segoe UI Light" panose="020B0502040204020203" pitchFamily="34" charset="0"/>
            </a:endParaRPr>
          </a:p>
        </p:txBody>
      </p:sp>
      <p:pic>
        <p:nvPicPr>
          <p:cNvPr id="2" name="그림 1" descr="입력 상자 단추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09613" y="2350333"/>
            <a:ext cx="1268511" cy="1189747"/>
          </a:xfrm>
          <a:prstGeom prst="rect">
            <a:avLst/>
          </a:prstGeom>
        </p:spPr>
      </p:pic>
      <p:pic>
        <p:nvPicPr>
          <p:cNvPr id="11" name="그림 10" descr="입력 상자 제안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08066" y="3212846"/>
            <a:ext cx="2476156" cy="1390718"/>
          </a:xfrm>
          <a:prstGeom prst="rect">
            <a:avLst/>
          </a:prstGeom>
        </p:spPr>
      </p:pic>
      <p:pic>
        <p:nvPicPr>
          <p:cNvPr id="8" name="그림 7" descr="PowerPoint 팀 블로그로 연결되는 하이퍼링크가 적용된 오른쪽을 향하는 화살표. PowerPoint 팀 블로그를 방문하려면 이미지를 선택하세요. ">
            <a:hlinkClick r:id="rId3" tooltip="PowerPoint 팀 블로그를 방문하려면 여기를 클릭하세요.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590" y="3566804"/>
            <a:ext cx="661940" cy="661940"/>
          </a:xfrm>
          <a:prstGeom prst="rect">
            <a:avLst/>
          </a:prstGeom>
        </p:spPr>
      </p:pic>
      <p:pic>
        <p:nvPicPr>
          <p:cNvPr id="7" name="그림 6" descr="무료 PowerPoint 교육으로 연결되는 하이퍼링크가 적용된 오른쪽 화살표. 무료 PowerPoint 교육에 액세스하려면 이미지를 선택하세요.">
            <a:hlinkClick r:id="rId4" tooltip="무료 PowerPoint 교육으로 이동하려면 여기를 클릭하세요.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590" y="4252716"/>
            <a:ext cx="661940" cy="661940"/>
          </a:xfrm>
          <a:prstGeom prst="rect">
            <a:avLst/>
          </a:prstGeom>
        </p:spPr>
      </p:pic>
      <p:sp>
        <p:nvSpPr>
          <p:cNvPr id="9" name="텍스트 상자 8"/>
          <p:cNvSpPr txBox="1"/>
          <p:nvPr/>
        </p:nvSpPr>
        <p:spPr>
          <a:xfrm>
            <a:off x="541611" y="5178750"/>
            <a:ext cx="6193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슬라이드 쇼 모드에서 화살표 선택</a:t>
            </a:r>
          </a:p>
        </p:txBody>
      </p: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715147_TF10001108.potx" id="{3F4D466F-2E95-485C-97A8-7A840C6B88CE}" vid="{A086733F-FFD1-4E69-9A0E-40414DC78DC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0072C5-DDE0-4258-BA7A-4D4B80DFA632}">
  <ds:schemaRefs>
    <ds:schemaRef ds:uri="http://schemas.microsoft.com/office/2006/documentManagement/types"/>
    <ds:schemaRef ds:uri="71af3243-3dd4-4a8d-8c0d-dd76da1f02a5"/>
    <ds:schemaRef ds:uri="16c05727-aa75-4e4a-9b5f-8a80a1165891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시작</Template>
  <TotalTime>0</TotalTime>
  <Words>447</Words>
  <Application>Microsoft Office PowerPoint</Application>
  <PresentationFormat>와이드스크린</PresentationFormat>
  <Paragraphs>68</Paragraphs>
  <Slides>9</Slides>
  <Notes>9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맑은 고딕</vt:lpstr>
      <vt:lpstr>Arial</vt:lpstr>
      <vt:lpstr>Segoe UI</vt:lpstr>
      <vt:lpstr>Segoe UI Light</vt:lpstr>
      <vt:lpstr>Segoe UI Semibold</vt:lpstr>
      <vt:lpstr>Times New Roman</vt:lpstr>
      <vt:lpstr>WelcomeDoc</vt:lpstr>
      <vt:lpstr>PowerPoint 시작</vt:lpstr>
      <vt:lpstr>디자이너를 사용하여 메시지를 시각적으로 표현</vt:lpstr>
      <vt:lpstr>PowerPoint Designer를 사용하는 방법</vt:lpstr>
      <vt:lpstr>모핑</vt:lpstr>
      <vt:lpstr>모핑 설정하기</vt:lpstr>
      <vt:lpstr>실시간으로 공동 작업</vt:lpstr>
      <vt:lpstr>입력 상자 기능을 완벽하게 활용하기</vt:lpstr>
      <vt:lpstr>슬라이드를 종료하지 않고 탐색</vt:lpstr>
      <vt:lpstr>PowerPoint에 대한 추가 질문이 있으신가요?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2026-09-15T06:03:59Z</dcterms:created>
  <dcterms:modified xsi:type="dcterms:W3CDTF">2026-09-15T06:10:27Z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