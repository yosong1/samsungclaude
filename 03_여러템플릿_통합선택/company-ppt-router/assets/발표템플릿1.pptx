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2" r:id="rId5"/>
    <p:sldId id="292" r:id="rId6"/>
    <p:sldId id="293" r:id="rId7"/>
    <p:sldId id="283" r:id="rId8"/>
    <p:sldId id="291" r:id="rId9"/>
    <p:sldId id="297" r:id="rId10"/>
    <p:sldId id="284" r:id="rId11"/>
    <p:sldId id="294" r:id="rId12"/>
    <p:sldId id="295" r:id="rId13"/>
    <p:sldId id="285" r:id="rId14"/>
    <p:sldId id="296" r:id="rId15"/>
    <p:sldId id="281" r:id="rId1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8" autoAdjust="0"/>
    <p:restoredTop sz="96391" autoAdjust="0"/>
  </p:normalViewPr>
  <p:slideViewPr>
    <p:cSldViewPr snapToGrid="0">
      <p:cViewPr varScale="1">
        <p:scale>
          <a:sx n="78" d="100"/>
          <a:sy n="78" d="100"/>
        </p:scale>
        <p:origin x="62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ko-KR" sz="1862" b="1" i="0" u="none" strike="noStrike" kern="1200" spc="0" baseline="0" noProof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r>
              <a:rPr lang="ko-KR" altLang="en-US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총 수익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ko-KR" sz="1862" b="1" i="0" u="none" strike="noStrike" kern="1200" spc="0" baseline="0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1계열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cat>
            <c:strRef>
              <c:f>Sheet1!$A$2:$A$6</c:f>
              <c:strCache>
                <c:ptCount val="5"/>
                <c:pt idx="0">
                  <c:v>20YY</c:v>
                </c:pt>
                <c:pt idx="1">
                  <c:v>20YY</c:v>
                </c:pt>
                <c:pt idx="2">
                  <c:v>20YY</c:v>
                </c:pt>
                <c:pt idx="3">
                  <c:v>20YY</c:v>
                </c:pt>
                <c:pt idx="4">
                  <c:v>20YY</c:v>
                </c:pt>
              </c:strCache>
            </c:strRef>
          </c:cat>
          <c:val>
            <c:numRef>
              <c:f>Sheet1!$B$2:$B$6</c:f>
              <c:numCache>
                <c:formatCode>"₩"#,##0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1000041416"/>
        <c:axId val="1000041744"/>
      </c:barChart>
      <c:catAx>
        <c:axId val="100004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₩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맑은 고딕" panose="020B0503020000020004" pitchFamily="50" charset="-127"/>
          <a:ea typeface="맑은 고딕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ko-KR" sz="1862" b="1" i="0" u="none" strike="noStrike" kern="1200" spc="0" baseline="0" noProof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r>
              <a:rPr lang="ko-KR" altLang="en-US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회사 판매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ko-KR" sz="1862" b="1" i="0" u="none" strike="noStrike" kern="1200" spc="0" baseline="0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1계열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EFA-4A5E-AB52-FBB4B74C74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EFA-4A5E-AB52-FBB4B74C74A7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FA-4A5E-AB52-FBB4B74C74A7}"/>
                </c:ext>
              </c:extLst>
            </c:dLbl>
            <c:dLbl>
              <c:idx val="1"/>
              <c:layout>
                <c:manualLayout>
                  <c:x val="-0.11615923344937455"/>
                  <c:y val="-0.1400252328934865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ko-KR" sz="1197" b="0" i="0" u="none" strike="noStrike" kern="1200" baseline="0" noProof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defRPr>
                  </a:pPr>
                  <a:endParaRPr lang="ko-KR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0ADA-48E7-A321-402E979D2202}"/>
                </c:ext>
              </c:extLst>
            </c:dLbl>
            <c:dLbl>
              <c:idx val="2"/>
              <c:layout>
                <c:manualLayout>
                  <c:x val="0.13864166572989867"/>
                  <c:y val="-0.151455864150097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ko-KR" sz="1197" b="0" i="0" u="none" strike="noStrike" kern="1200" baseline="0" noProof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defRPr>
                  </a:pPr>
                  <a:endParaRPr lang="ko-KR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BEFA-4A5E-AB52-FBB4B74C74A7}"/>
                </c:ext>
              </c:extLst>
            </c:dLbl>
            <c:dLbl>
              <c:idx val="3"/>
              <c:layout>
                <c:manualLayout>
                  <c:x val="-4.2468340929267968E-2"/>
                  <c:y val="0.3172000173709594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ko-KR" sz="1197" b="0" i="0" u="none" strike="noStrike" kern="1200" baseline="0" noProof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defRPr>
                  </a:pPr>
                  <a:endParaRPr lang="ko-KR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006575963919533"/>
                      <c:h val="0.126908583526525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ADA-48E7-A321-402E979D2202}"/>
                </c:ext>
              </c:extLst>
            </c:dLbl>
            <c:dLbl>
              <c:idx val="4"/>
              <c:layout>
                <c:manualLayout>
                  <c:x val="-6.3052305880277229E-2"/>
                  <c:y val="0.228612625132222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ko-KR" sz="1197" b="0" i="0" u="none" strike="noStrike" kern="1200" baseline="0" noProof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defRPr>
                  </a:pPr>
                  <a:endParaRPr lang="ko-KR"/>
                </a:p>
              </c:txPr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252476829375151"/>
                      <c:h val="0.126908583526525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ADA-48E7-A321-402E979D22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defRPr>
                </a:pPr>
                <a:endParaRPr lang="ko-KR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20YY</c:v>
                </c:pt>
                <c:pt idx="1">
                  <c:v>20YY</c:v>
                </c:pt>
                <c:pt idx="2">
                  <c:v>20YY</c:v>
                </c:pt>
                <c:pt idx="3">
                  <c:v>20YY</c:v>
                </c:pt>
                <c:pt idx="4">
                  <c:v>20YY</c:v>
                </c:pt>
              </c:strCache>
            </c:strRef>
          </c:cat>
          <c:val>
            <c:numRef>
              <c:f>Sheet1!$B$2:$B$6</c:f>
              <c:numCache>
                <c:formatCode>"₩"#,##0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맑은 고딕" panose="020B0503020000020004" pitchFamily="50" charset="-127"/>
          <a:ea typeface="맑은 고딕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ko-KR" sz="1862" b="1" i="0" u="none" strike="noStrike" kern="1200" spc="0" baseline="0" noProof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r>
              <a:rPr lang="ko-KR" altLang="en-US" b="1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시간별</a:t>
            </a:r>
            <a:r>
              <a:rPr lang="ko-KR" altLang="en-US" b="1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수익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ko-KR" sz="1862" b="1" i="0" u="none" strike="noStrike" kern="1200" spc="0" baseline="0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1계열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cat>
            <c:strRef>
              <c:f>Sheet1!$A$2:$A$6</c:f>
              <c:strCache>
                <c:ptCount val="5"/>
                <c:pt idx="0">
                  <c:v>20YY</c:v>
                </c:pt>
                <c:pt idx="1">
                  <c:v>20YY</c:v>
                </c:pt>
                <c:pt idx="2">
                  <c:v>20YY</c:v>
                </c:pt>
                <c:pt idx="3">
                  <c:v>20YY</c:v>
                </c:pt>
                <c:pt idx="4">
                  <c:v>20YY</c:v>
                </c:pt>
              </c:strCache>
            </c:strRef>
          </c:cat>
          <c:val>
            <c:numRef>
              <c:f>Sheet1!$B$2:$B$6</c:f>
              <c:numCache>
                <c:formatCode>"₩"#,##0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0041416"/>
        <c:axId val="1000041744"/>
      </c:lineChart>
      <c:catAx>
        <c:axId val="100004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₩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pPr>
            <a:endParaRPr lang="ko-KR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맑은 고딕" panose="020B0503020000020004" pitchFamily="50" charset="-127"/>
          <a:ea typeface="맑은 고딕" panose="020B0503020000020004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DC34F0B-3329-4459-8435-812010CE1851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2026년 9월 15일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ZA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AC1A092-B106-4916-AA31-758C6EB48E2A}" type="datetime4">
              <a:rPr lang="ko-KR" altLang="en-US" smtClean="0"/>
              <a:pPr/>
              <a:t>2026년 9월 15일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ZA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en-ZA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530193B-564F-4854-8A52-728F3FB19C85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536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6141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613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0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694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5779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0232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766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1324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512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8651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30193B-564F-4854-8A52-728F3FB19C85}" type="slidenum">
              <a:rPr lang="en-ZA" altLang="ko-KR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757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600"/>
              </a:lnSpc>
              <a:defRPr sz="46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프레젠테이션 제목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분선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600"/>
              </a:lnSpc>
              <a:defRPr sz="46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구분선 슬라이드 제목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분선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 rtlCol="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  <a:endParaRPr lang="ko-KR" altLang="en-ZA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600"/>
              </a:lnSpc>
              <a:defRPr sz="46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구분선 슬라이드 제목 편집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 rtlCol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 smtClean="0"/>
              <a:t>클릭하여 마스터 부제목 스타일 편집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사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  <a:endParaRPr lang="ko-KR" altLang="en-ZA" noProof="0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사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  <a:endParaRPr lang="ko-KR" altLang="en-ZA" noProof="0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사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  <a:endParaRPr lang="ko-KR" altLang="en-ZA" noProof="0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noProof="0" dirty="0"/>
          </a:p>
        </p:txBody>
      </p:sp>
      <p:sp>
        <p:nvSpPr>
          <p:cNvPr id="11" name="자유형(F)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noProof="0" dirty="0"/>
          </a:p>
        </p:txBody>
      </p:sp>
      <p:sp>
        <p:nvSpPr>
          <p:cNvPr id="13" name="자유형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noProof="0" dirty="0"/>
          </a:p>
        </p:txBody>
      </p:sp>
      <p:sp>
        <p:nvSpPr>
          <p:cNvPr id="14" name="자유형(F)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noProof="0" dirty="0"/>
          </a:p>
        </p:txBody>
      </p:sp>
      <p:sp>
        <p:nvSpPr>
          <p:cNvPr id="15" name="자유형(F)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비교 왼쪽 개체 틀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2" name="비교 왼쪽 개체 틀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0" i="0"/>
            </a:lvl1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</p:txBody>
      </p: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그림 개체 틀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rtlCol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ko-KR" altLang="en-US" noProof="0" dirty="0"/>
              <a:t>캡션 입력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감사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rtlCol="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사진 삽입 또는 끌어서 놓기</a:t>
            </a:r>
            <a:endParaRPr lang="ko-KR" altLang="en-ZA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rtlCol="0" anchor="t"/>
          <a:lstStyle>
            <a:lvl1pPr algn="l">
              <a:lnSpc>
                <a:spcPts val="4000"/>
              </a:lnSpc>
              <a:defRPr sz="46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감사합니다</a:t>
            </a:r>
            <a:r>
              <a:rPr lang="en-US" altLang="ko-KR" noProof="0" dirty="0"/>
              <a:t>!</a:t>
            </a:r>
            <a:endParaRPr lang="ko-KR" altLang="en-ZA" noProof="0" dirty="0"/>
          </a:p>
        </p:txBody>
      </p:sp>
      <p:sp>
        <p:nvSpPr>
          <p:cNvPr id="7" name="텍스트 개체 틀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전체 이름</a:t>
            </a:r>
            <a:endParaRPr lang="ko-KR" altLang="en-ZA" noProof="0" dirty="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전화 번호</a:t>
            </a:r>
            <a:endParaRPr lang="ko-KR" altLang="en-ZA" noProof="0" dirty="0"/>
          </a:p>
        </p:txBody>
      </p:sp>
      <p:sp>
        <p:nvSpPr>
          <p:cNvPr id="9" name="텍스트 개체 틀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전자 메일 또는 소셜 미디어 핸들</a:t>
            </a:r>
            <a:endParaRPr lang="ko-KR" altLang="en-ZA" noProof="0" dirty="0"/>
          </a:p>
        </p:txBody>
      </p:sp>
      <p:sp>
        <p:nvSpPr>
          <p:cNvPr id="10" name="텍스트 개체 틀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회사 웹 사이트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9" name="부제목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1" name="텍스트 개체 틀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부제목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17" name="텍스트 개체 틀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ko-KR" altLang="en-US" noProof="0" smtClean="0"/>
              <a:t>마스터 텍스트 스타일 편집</a:t>
            </a:r>
          </a:p>
          <a:p>
            <a:pPr lvl="1" rtl="0"/>
            <a:r>
              <a:rPr lang="ko-KR" altLang="en-US" noProof="0" smtClean="0"/>
              <a:t>둘째 수준</a:t>
            </a:r>
          </a:p>
          <a:p>
            <a:pPr lvl="2" rtl="0"/>
            <a:r>
              <a:rPr lang="ko-KR" altLang="en-US" noProof="0" smtClean="0"/>
              <a:t>셋째 수준</a:t>
            </a:r>
          </a:p>
          <a:p>
            <a:pPr lvl="3" rtl="0"/>
            <a:r>
              <a:rPr lang="ko-KR" altLang="en-US" noProof="0" smtClean="0"/>
              <a:t>넷째 수준</a:t>
            </a:r>
          </a:p>
          <a:p>
            <a:pPr lvl="4" rtl="0"/>
            <a:r>
              <a:rPr lang="ko-KR" altLang="en-US" noProof="0" smtClean="0"/>
              <a:t>다섯째 수준</a:t>
            </a:r>
            <a:endParaRPr lang="ko-KR" altLang="en-ZA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: 둥근 모서리 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ko-KR" altLang="en-US" noProof="0" dirty="0"/>
              <a:t>클릭하여 페이지 제목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바닥글 추가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0" r:id="rId11"/>
    <p:sldLayoutId id="2147483652" r:id="rId12"/>
    <p:sldLayoutId id="2147483656" r:id="rId13"/>
    <p:sldLayoutId id="2147483657" r:id="rId14"/>
    <p:sldLayoutId id="214748365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66700" indent="-2667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42925" indent="-276225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096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763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3430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6" descr="슬라이드 이미지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텍스트 상자 24" descr="제목 상자에 슬라이드 주목 효과 적용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59766" cy="251463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 rtlCol="0"/>
          <a:lstStyle/>
          <a:p>
            <a:pPr rtl="0">
              <a:lnSpc>
                <a:spcPts val="4900"/>
              </a:lnSpc>
            </a:pPr>
            <a:r>
              <a:rPr lang="ko-KR" altLang="en-US" sz="5000" dirty="0"/>
              <a:t>프레젠테이션 제목</a:t>
            </a:r>
            <a:endParaRPr lang="ko-KR" altLang="en-ZA" sz="5000" dirty="0"/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4624645"/>
            <a:ext cx="4000500" cy="690752"/>
          </a:xfrm>
        </p:spPr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en-US" altLang="ko-KR" dirty="0"/>
              <a:t> </a:t>
            </a:r>
            <a:r>
              <a:rPr lang="en-US" altLang="ko-KR" dirty="0" err="1"/>
              <a:t>adipiscing</a:t>
            </a:r>
            <a:r>
              <a:rPr lang="en-US" altLang="ko-KR" dirty="0"/>
              <a:t> </a:t>
            </a:r>
            <a:r>
              <a:rPr lang="en-US" altLang="ko-KR" dirty="0" err="1"/>
              <a:t>elit</a:t>
            </a:r>
            <a:r>
              <a:rPr lang="en-US" altLang="ko-KR" dirty="0"/>
              <a:t>.</a:t>
            </a:r>
            <a:endParaRPr lang="ko-KR" altLang="en-ZA" dirty="0"/>
          </a:p>
        </p:txBody>
      </p:sp>
      <p:sp>
        <p:nvSpPr>
          <p:cNvPr id="20" name="이등변 삼각형 19" descr="제목 상자에 슬라이드 그림자 효과 적용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개체 틀 7" descr="구분선 슬라이드 이미지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텍스트 상자 23" descr="제목 상자에 주목 효과 조각 적용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87102" y="2928857"/>
            <a:ext cx="804898" cy="3140150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이등변 삼각형 17" descr="제목 상자의 그림자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91864" y="5548307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408157"/>
            <a:ext cx="4459766" cy="3146839"/>
          </a:xfrm>
        </p:spPr>
        <p:txBody>
          <a:bodyPr rtlCol="0"/>
          <a:lstStyle/>
          <a:p>
            <a:pPr rtl="0">
              <a:lnSpc>
                <a:spcPts val="5100"/>
              </a:lnSpc>
            </a:pPr>
            <a:r>
              <a:rPr lang="ko-KR" altLang="en-US" sz="5000" dirty="0"/>
              <a:t>구역 구분선 옵션 </a:t>
            </a:r>
            <a:r>
              <a:rPr lang="en-US" altLang="ko-KR" sz="5000" dirty="0"/>
              <a:t>1</a:t>
            </a:r>
            <a:endParaRPr lang="ko-KR" altLang="en-US" sz="5000" dirty="0"/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ko-KR" altLang="en-US" dirty="0"/>
              <a:t> </a:t>
            </a:r>
            <a:r>
              <a:rPr lang="en-US" altLang="ko-KR" dirty="0" err="1"/>
              <a:t>adipiscing</a:t>
            </a:r>
            <a:r>
              <a:rPr lang="ko-KR" altLang="en-US" dirty="0"/>
              <a:t> </a:t>
            </a:r>
            <a:r>
              <a:rPr lang="en-US" altLang="ko-KR" dirty="0" err="1"/>
              <a:t>elit</a:t>
            </a:r>
            <a:endParaRPr lang="ko-KR" altLang="en-US" dirty="0"/>
          </a:p>
        </p:txBody>
      </p:sp>
      <p:sp>
        <p:nvSpPr>
          <p:cNvPr id="15" name="자유형(F) 5" descr="강조 블록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자유형(F) 5" descr="속이 빈 강조 블록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개체 틀 12" descr="그림 개체 틀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자유형(F) 5" descr="속이 빈 주목 효과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텍스트 상자 30" descr="제목에 플래그 주목 효과 적용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2364840"/>
            <a:ext cx="2494930" cy="3139768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이등변 삼각형 20" descr="제목에 그림자 주목 효과 적용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 flipH="1">
            <a:off x="3915924" y="496252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66117" y="1816509"/>
            <a:ext cx="4459766" cy="3146839"/>
          </a:xfrm>
        </p:spPr>
        <p:txBody>
          <a:bodyPr rtlCol="0"/>
          <a:lstStyle/>
          <a:p>
            <a:pPr rtl="0">
              <a:lnSpc>
                <a:spcPts val="5100"/>
              </a:lnSpc>
            </a:pPr>
            <a:r>
              <a:rPr lang="ko-KR" altLang="en-US" sz="5000" dirty="0"/>
              <a:t>구역 구분선 옵션 </a:t>
            </a:r>
            <a:r>
              <a:rPr lang="en-US" altLang="ko-KR" sz="5000" dirty="0"/>
              <a:t>2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</p:spPr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en-US" altLang="ko-KR" dirty="0"/>
              <a:t> </a:t>
            </a:r>
            <a:r>
              <a:rPr lang="en-US" altLang="ko-KR" dirty="0" err="1"/>
              <a:t>adipiscing</a:t>
            </a:r>
            <a:r>
              <a:rPr lang="en-US" altLang="ko-KR" dirty="0"/>
              <a:t> </a:t>
            </a:r>
            <a:r>
              <a:rPr lang="en-US" altLang="ko-KR" dirty="0" err="1"/>
              <a:t>elit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3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회사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008000"/>
            <a:ext cx="5472000" cy="756000"/>
          </a:xfrm>
        </p:spPr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ko-KR" altLang="en-US" dirty="0"/>
              <a:t> </a:t>
            </a:r>
            <a:r>
              <a:rPr lang="en-US" altLang="ko-KR" dirty="0" err="1"/>
              <a:t>adipiscing</a:t>
            </a:r>
            <a:r>
              <a:rPr lang="ko-KR" altLang="en-US" dirty="0"/>
              <a:t> </a:t>
            </a:r>
            <a:r>
              <a:rPr lang="en-US" altLang="ko-KR" dirty="0" err="1"/>
              <a:t>elit</a:t>
            </a:r>
            <a:r>
              <a:rPr lang="en-US" altLang="ko-KR" dirty="0"/>
              <a:t>. </a:t>
            </a:r>
            <a:r>
              <a:rPr lang="en-US" altLang="ko-KR" dirty="0" err="1"/>
              <a:t>Etiam</a:t>
            </a:r>
            <a:r>
              <a:rPr lang="ko-KR" altLang="en-US" dirty="0"/>
              <a:t> </a:t>
            </a:r>
            <a:r>
              <a:rPr lang="en-US" altLang="ko-KR" dirty="0" err="1"/>
              <a:t>aliquet</a:t>
            </a:r>
            <a:r>
              <a:rPr lang="ko-KR" altLang="en-US" dirty="0"/>
              <a:t> </a:t>
            </a:r>
            <a:r>
              <a:rPr lang="en-US" altLang="ko-KR" dirty="0" err="1"/>
              <a:t>eu</a:t>
            </a:r>
            <a:r>
              <a:rPr lang="ko-KR" altLang="en-US" dirty="0"/>
              <a:t> </a:t>
            </a:r>
            <a:r>
              <a:rPr lang="en-US" altLang="ko-KR" dirty="0"/>
              <a:t>mi </a:t>
            </a:r>
            <a:r>
              <a:rPr lang="en-US" altLang="ko-KR" dirty="0" err="1"/>
              <a:t>quis</a:t>
            </a:r>
            <a:r>
              <a:rPr lang="ko-KR" altLang="en-US" dirty="0"/>
              <a:t> </a:t>
            </a:r>
            <a:r>
              <a:rPr lang="en-US" altLang="ko-KR" dirty="0" err="1"/>
              <a:t>lacinia</a:t>
            </a:r>
            <a:r>
              <a:rPr lang="en-US" altLang="ko-KR" dirty="0"/>
              <a:t>. </a:t>
            </a:r>
            <a:r>
              <a:rPr lang="en-US" altLang="ko-KR" dirty="0" err="1"/>
              <a:t>Ut</a:t>
            </a:r>
            <a:r>
              <a:rPr lang="ko-KR" altLang="en-US" dirty="0"/>
              <a:t> </a:t>
            </a:r>
            <a:r>
              <a:rPr lang="en-US" altLang="ko-KR" dirty="0" err="1"/>
              <a:t>fermentum</a:t>
            </a:r>
            <a:r>
              <a:rPr lang="ko-KR" altLang="en-US" dirty="0"/>
              <a:t> </a:t>
            </a:r>
            <a:r>
              <a:rPr lang="en-US" altLang="ko-KR" dirty="0"/>
              <a:t>a magna </a:t>
            </a:r>
            <a:r>
              <a:rPr lang="en-US" altLang="ko-KR" dirty="0" err="1"/>
              <a:t>ut.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556000"/>
            <a:ext cx="5472000" cy="3600000"/>
          </a:xfrm>
        </p:spPr>
        <p:txBody>
          <a:bodyPr rtlCol="0"/>
          <a:lstStyle/>
          <a:p>
            <a:pPr marL="0" indent="0" rtl="0">
              <a:buNone/>
            </a:pPr>
            <a:r>
              <a:rPr lang="en-US" altLang="ko-KR" sz="2800" dirty="0"/>
              <a:t>Lorem ipsum dolor sit </a:t>
            </a:r>
            <a:r>
              <a:rPr lang="en-US" altLang="ko-KR" sz="2800" dirty="0" err="1"/>
              <a:t>amet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consectetur</a:t>
            </a:r>
            <a:r>
              <a:rPr lang="ko-KR" altLang="en-US" sz="2800" dirty="0"/>
              <a:t> </a:t>
            </a:r>
            <a:r>
              <a:rPr lang="en-US" altLang="ko-KR" sz="2800" dirty="0" err="1"/>
              <a:t>adipiscing</a:t>
            </a:r>
            <a:r>
              <a:rPr lang="ko-KR" altLang="en-US" sz="2800" dirty="0"/>
              <a:t> </a:t>
            </a:r>
            <a:r>
              <a:rPr lang="en-US" altLang="ko-KR" sz="2800" dirty="0" err="1"/>
              <a:t>elit</a:t>
            </a:r>
            <a:r>
              <a:rPr lang="en-US" altLang="ko-KR" sz="2800" dirty="0"/>
              <a:t>. </a:t>
            </a:r>
          </a:p>
          <a:p>
            <a:pPr rtl="0"/>
            <a:r>
              <a:rPr lang="en-US" altLang="ko-KR" dirty="0" err="1"/>
              <a:t>Ut</a:t>
            </a:r>
            <a:r>
              <a:rPr lang="ko-KR" altLang="en-US" dirty="0"/>
              <a:t> </a:t>
            </a:r>
            <a:r>
              <a:rPr lang="en-US" altLang="ko-KR" dirty="0" err="1"/>
              <a:t>fermentum</a:t>
            </a:r>
            <a:r>
              <a:rPr lang="ko-KR" altLang="en-US" dirty="0"/>
              <a:t> </a:t>
            </a:r>
            <a:r>
              <a:rPr lang="en-US" altLang="ko-KR" dirty="0"/>
              <a:t>a magna </a:t>
            </a:r>
            <a:r>
              <a:rPr lang="en-US" altLang="ko-KR" dirty="0" err="1"/>
              <a:t>ut</a:t>
            </a:r>
            <a:r>
              <a:rPr lang="ko-KR" altLang="en-US" dirty="0"/>
              <a:t> </a:t>
            </a:r>
            <a:r>
              <a:rPr lang="en-US" altLang="ko-KR" dirty="0" err="1"/>
              <a:t>eleifend</a:t>
            </a:r>
            <a:r>
              <a:rPr lang="en-US" altLang="ko-KR" dirty="0"/>
              <a:t>. Integer convallis </a:t>
            </a:r>
            <a:r>
              <a:rPr lang="en-US" altLang="ko-KR" dirty="0" err="1"/>
              <a:t>suscipit</a:t>
            </a:r>
            <a:r>
              <a:rPr lang="ko-KR" altLang="en-US" dirty="0"/>
              <a:t> </a:t>
            </a:r>
            <a:r>
              <a:rPr lang="en-US" altLang="ko-KR" dirty="0"/>
              <a:t>ante </a:t>
            </a:r>
            <a:r>
              <a:rPr lang="en-US" altLang="ko-KR" dirty="0" err="1"/>
              <a:t>eu</a:t>
            </a:r>
            <a:r>
              <a:rPr lang="ko-KR" altLang="en-US" dirty="0"/>
              <a:t> </a:t>
            </a:r>
            <a:r>
              <a:rPr lang="en-US" altLang="ko-KR" dirty="0" err="1"/>
              <a:t>varius</a:t>
            </a:r>
            <a:r>
              <a:rPr lang="en-US" altLang="ko-KR" dirty="0"/>
              <a:t>. </a:t>
            </a:r>
          </a:p>
          <a:p>
            <a:pPr rtl="0"/>
            <a:r>
              <a:rPr lang="en-US" altLang="ko-KR" dirty="0" err="1"/>
              <a:t>Morbi</a:t>
            </a:r>
            <a:r>
              <a:rPr lang="ko-KR" altLang="en-US" dirty="0"/>
              <a:t> </a:t>
            </a:r>
            <a:r>
              <a:rPr lang="en-US" altLang="ko-KR" dirty="0"/>
              <a:t>a </a:t>
            </a:r>
            <a:r>
              <a:rPr lang="en-US" altLang="ko-KR" dirty="0" err="1"/>
              <a:t>purus</a:t>
            </a:r>
            <a:r>
              <a:rPr lang="ko-KR" altLang="en-US" dirty="0"/>
              <a:t> </a:t>
            </a:r>
            <a:r>
              <a:rPr lang="en-US" altLang="ko-KR" dirty="0"/>
              <a:t>dolor. </a:t>
            </a:r>
            <a:r>
              <a:rPr lang="en-US" altLang="ko-KR" dirty="0" err="1"/>
              <a:t>Suspendisse</a:t>
            </a:r>
            <a:r>
              <a:rPr lang="ko-KR" altLang="en-US" dirty="0"/>
              <a:t> </a:t>
            </a:r>
            <a:r>
              <a:rPr lang="en-US" altLang="ko-KR" dirty="0"/>
              <a:t>sit </a:t>
            </a:r>
            <a:r>
              <a:rPr lang="en-US" altLang="ko-KR" dirty="0" err="1"/>
              <a:t>amet</a:t>
            </a:r>
            <a:r>
              <a:rPr lang="ko-KR" altLang="en-US" dirty="0"/>
              <a:t> </a:t>
            </a:r>
            <a:r>
              <a:rPr lang="en-US" altLang="ko-KR" dirty="0"/>
              <a:t>ipsum </a:t>
            </a:r>
            <a:r>
              <a:rPr lang="en-US" altLang="ko-KR" dirty="0" err="1"/>
              <a:t>finibus</a:t>
            </a:r>
            <a:r>
              <a:rPr lang="ko-KR" altLang="en-US" dirty="0"/>
              <a:t> </a:t>
            </a:r>
            <a:r>
              <a:rPr lang="en-US" altLang="ko-KR" dirty="0" err="1"/>
              <a:t>justo</a:t>
            </a:r>
            <a:r>
              <a:rPr lang="ko-KR" altLang="en-US" dirty="0"/>
              <a:t> </a:t>
            </a:r>
            <a:r>
              <a:rPr lang="en-US" altLang="ko-KR" dirty="0" err="1"/>
              <a:t>viverra</a:t>
            </a:r>
            <a:r>
              <a:rPr lang="ko-KR" altLang="en-US" dirty="0"/>
              <a:t> </a:t>
            </a:r>
            <a:r>
              <a:rPr lang="en-US" altLang="ko-KR" dirty="0" err="1"/>
              <a:t>blandit</a:t>
            </a:r>
            <a:r>
              <a:rPr lang="en-US" altLang="ko-KR" dirty="0"/>
              <a:t>. </a:t>
            </a:r>
          </a:p>
          <a:p>
            <a:pPr rtl="0"/>
            <a:r>
              <a:rPr lang="en-US" altLang="ko-KR" dirty="0" err="1"/>
              <a:t>Ut</a:t>
            </a:r>
            <a:r>
              <a:rPr lang="ko-KR" altLang="en-US" dirty="0"/>
              <a:t> </a:t>
            </a:r>
            <a:r>
              <a:rPr lang="en-US" altLang="ko-KR" dirty="0" err="1"/>
              <a:t>congue</a:t>
            </a:r>
            <a:r>
              <a:rPr lang="ko-KR" altLang="en-US" dirty="0"/>
              <a:t> </a:t>
            </a:r>
            <a:r>
              <a:rPr lang="en-US" altLang="ko-KR" dirty="0" err="1"/>
              <a:t>quis</a:t>
            </a:r>
            <a:r>
              <a:rPr lang="ko-KR" altLang="en-US" dirty="0"/>
              <a:t> </a:t>
            </a:r>
            <a:r>
              <a:rPr lang="en-US" altLang="ko-KR" dirty="0" err="1"/>
              <a:t>tortor</a:t>
            </a:r>
            <a:r>
              <a:rPr lang="ko-KR" altLang="en-US" dirty="0"/>
              <a:t> </a:t>
            </a:r>
            <a:r>
              <a:rPr lang="en-US" altLang="ko-KR" dirty="0" err="1"/>
              <a:t>eget</a:t>
            </a:r>
            <a:r>
              <a:rPr lang="ko-KR" altLang="en-US" dirty="0"/>
              <a:t> </a:t>
            </a:r>
            <a:r>
              <a:rPr lang="en-US" altLang="ko-KR" dirty="0" err="1"/>
              <a:t>sodales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9" name="그림 개체 틀 8" descr="이미지 개체 틀">
            <a:extLst>
              <a:ext uri="{FF2B5EF4-FFF2-40B4-BE49-F238E27FC236}">
                <a16:creationId xmlns:a16="http://schemas.microsoft.com/office/drawing/2014/main" id="{52FD3342-E198-5348-9EE9-579E8FFF9D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자유형(F) 5" descr="속이 빈 이미지 주목 효과">
            <a:extLst>
              <a:ext uri="{FF2B5EF4-FFF2-40B4-BE49-F238E27FC236}">
                <a16:creationId xmlns:a16="http://schemas.microsoft.com/office/drawing/2014/main" id="{764DA446-807B-4C83-BB5A-59E3FABC93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자유형(F) 5" descr="단색 이미지 주목 효과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459030" y="2460298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고객과의 약속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008000"/>
            <a:ext cx="5472000" cy="756000"/>
          </a:xfrm>
        </p:spPr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en-US" altLang="ko-KR" dirty="0"/>
              <a:t> </a:t>
            </a:r>
            <a:r>
              <a:rPr lang="en-US" altLang="ko-KR" dirty="0" err="1"/>
              <a:t>adipiscing</a:t>
            </a:r>
            <a:r>
              <a:rPr lang="en-US" altLang="ko-KR" dirty="0"/>
              <a:t> </a:t>
            </a:r>
            <a:r>
              <a:rPr lang="en-US" altLang="ko-KR" dirty="0" err="1"/>
              <a:t>elit</a:t>
            </a:r>
            <a:r>
              <a:rPr lang="en-US" altLang="ko-KR" dirty="0"/>
              <a:t>. </a:t>
            </a:r>
            <a:r>
              <a:rPr lang="en-US" altLang="ko-KR" dirty="0" err="1"/>
              <a:t>Etiam</a:t>
            </a:r>
            <a:r>
              <a:rPr lang="en-US" altLang="ko-KR" dirty="0"/>
              <a:t> </a:t>
            </a:r>
            <a:r>
              <a:rPr lang="en-US" altLang="ko-KR" dirty="0" err="1"/>
              <a:t>aliquet</a:t>
            </a:r>
            <a:r>
              <a:rPr lang="en-US" altLang="ko-KR" dirty="0"/>
              <a:t> </a:t>
            </a:r>
            <a:r>
              <a:rPr lang="en-US" altLang="ko-KR" dirty="0" err="1"/>
              <a:t>eu</a:t>
            </a:r>
            <a:r>
              <a:rPr lang="en-US" altLang="ko-KR" dirty="0"/>
              <a:t> mi </a:t>
            </a:r>
            <a:r>
              <a:rPr lang="en-US" altLang="ko-KR" dirty="0" err="1"/>
              <a:t>quis</a:t>
            </a:r>
            <a:r>
              <a:rPr lang="en-US" altLang="ko-KR" dirty="0"/>
              <a:t> </a:t>
            </a:r>
            <a:r>
              <a:rPr lang="en-US" altLang="ko-KR" dirty="0" err="1"/>
              <a:t>lacinia</a:t>
            </a:r>
            <a:r>
              <a:rPr lang="en-US" altLang="ko-KR" dirty="0"/>
              <a:t>. </a:t>
            </a:r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fermentum</a:t>
            </a:r>
            <a:r>
              <a:rPr lang="en-US" altLang="ko-KR" dirty="0"/>
              <a:t> a magna </a:t>
            </a:r>
            <a:r>
              <a:rPr lang="en-US" altLang="ko-KR" dirty="0" err="1"/>
              <a:t>ut.</a:t>
            </a:r>
            <a:endParaRPr lang="en-US" altLang="ko-KR" dirty="0"/>
          </a:p>
        </p:txBody>
      </p:sp>
      <p:sp>
        <p:nvSpPr>
          <p:cNvPr id="29" name="내용 개체 틀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556000"/>
            <a:ext cx="5472000" cy="3600000"/>
          </a:xfrm>
        </p:spPr>
        <p:txBody>
          <a:bodyPr rtlCol="0"/>
          <a:lstStyle/>
          <a:p>
            <a:pPr marL="0" indent="0" rtl="0">
              <a:buNone/>
            </a:pPr>
            <a:r>
              <a:rPr lang="en-US" altLang="ko-KR" sz="2800" dirty="0"/>
              <a:t>Lorem ipsum dolor sit </a:t>
            </a:r>
            <a:r>
              <a:rPr lang="en-US" altLang="ko-KR" sz="2800" dirty="0" err="1"/>
              <a:t>amet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consectetur</a:t>
            </a:r>
            <a:r>
              <a:rPr lang="en-US" altLang="ko-KR" sz="2800" dirty="0"/>
              <a:t> </a:t>
            </a:r>
            <a:r>
              <a:rPr lang="en-US" altLang="ko-KR" sz="2800" dirty="0" err="1"/>
              <a:t>adipiscing</a:t>
            </a:r>
            <a:r>
              <a:rPr lang="en-US" altLang="ko-KR" sz="2800" dirty="0"/>
              <a:t> </a:t>
            </a:r>
            <a:r>
              <a:rPr lang="en-US" altLang="ko-KR" sz="2800" dirty="0" err="1"/>
              <a:t>elit</a:t>
            </a:r>
            <a:r>
              <a:rPr lang="en-US" altLang="ko-KR" sz="2800" dirty="0"/>
              <a:t>. </a:t>
            </a:r>
          </a:p>
          <a:p>
            <a:pPr rtl="0"/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fermentum</a:t>
            </a:r>
            <a:r>
              <a:rPr lang="en-US" altLang="ko-KR" dirty="0"/>
              <a:t> a magna </a:t>
            </a:r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eleifend</a:t>
            </a:r>
            <a:r>
              <a:rPr lang="en-US" altLang="ko-KR" dirty="0"/>
              <a:t>. Integer convallis </a:t>
            </a:r>
            <a:r>
              <a:rPr lang="en-US" altLang="ko-KR" dirty="0" err="1"/>
              <a:t>suscipit</a:t>
            </a:r>
            <a:r>
              <a:rPr lang="en-US" altLang="ko-KR" dirty="0"/>
              <a:t> ante </a:t>
            </a:r>
            <a:r>
              <a:rPr lang="en-US" altLang="ko-KR" dirty="0" err="1"/>
              <a:t>eu</a:t>
            </a:r>
            <a:r>
              <a:rPr lang="en-US" altLang="ko-KR" dirty="0"/>
              <a:t> </a:t>
            </a:r>
            <a:r>
              <a:rPr lang="en-US" altLang="ko-KR" dirty="0" err="1"/>
              <a:t>varius</a:t>
            </a:r>
            <a:r>
              <a:rPr lang="en-US" altLang="ko-KR" dirty="0"/>
              <a:t>. </a:t>
            </a:r>
          </a:p>
          <a:p>
            <a:pPr rtl="0"/>
            <a:r>
              <a:rPr lang="en-US" altLang="ko-KR" dirty="0" err="1"/>
              <a:t>Morbi</a:t>
            </a:r>
            <a:r>
              <a:rPr lang="en-US" altLang="ko-KR" dirty="0"/>
              <a:t> a </a:t>
            </a:r>
            <a:r>
              <a:rPr lang="en-US" altLang="ko-KR" dirty="0" err="1"/>
              <a:t>purus</a:t>
            </a:r>
            <a:r>
              <a:rPr lang="en-US" altLang="ko-KR" dirty="0"/>
              <a:t> dolor. </a:t>
            </a:r>
            <a:r>
              <a:rPr lang="en-US" altLang="ko-KR" dirty="0" err="1"/>
              <a:t>Suspendisse</a:t>
            </a:r>
            <a:r>
              <a:rPr lang="en-US" altLang="ko-KR" dirty="0"/>
              <a:t> sit </a:t>
            </a:r>
            <a:r>
              <a:rPr lang="en-US" altLang="ko-KR" dirty="0" err="1"/>
              <a:t>amet</a:t>
            </a:r>
            <a:r>
              <a:rPr lang="en-US" altLang="ko-KR" dirty="0"/>
              <a:t> ipsum </a:t>
            </a:r>
            <a:r>
              <a:rPr lang="en-US" altLang="ko-KR" dirty="0" err="1"/>
              <a:t>finibus</a:t>
            </a:r>
            <a:r>
              <a:rPr lang="en-US" altLang="ko-KR" dirty="0"/>
              <a:t> </a:t>
            </a:r>
            <a:r>
              <a:rPr lang="en-US" altLang="ko-KR" dirty="0" err="1"/>
              <a:t>justo</a:t>
            </a:r>
            <a:r>
              <a:rPr lang="en-US" altLang="ko-KR" dirty="0"/>
              <a:t> </a:t>
            </a:r>
            <a:r>
              <a:rPr lang="en-US" altLang="ko-KR" dirty="0" err="1"/>
              <a:t>viverra</a:t>
            </a:r>
            <a:r>
              <a:rPr lang="en-US" altLang="ko-KR" dirty="0"/>
              <a:t> </a:t>
            </a:r>
            <a:r>
              <a:rPr lang="en-US" altLang="ko-KR" dirty="0" err="1"/>
              <a:t>blandit</a:t>
            </a:r>
            <a:r>
              <a:rPr lang="en-US" altLang="ko-KR" dirty="0"/>
              <a:t>. </a:t>
            </a:r>
          </a:p>
          <a:p>
            <a:pPr rtl="0"/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congue</a:t>
            </a:r>
            <a:r>
              <a:rPr lang="en-US" altLang="ko-KR" dirty="0"/>
              <a:t> </a:t>
            </a:r>
            <a:r>
              <a:rPr lang="en-US" altLang="ko-KR" dirty="0" err="1"/>
              <a:t>quis</a:t>
            </a:r>
            <a:r>
              <a:rPr lang="en-US" altLang="ko-KR" dirty="0"/>
              <a:t> </a:t>
            </a:r>
            <a:r>
              <a:rPr lang="en-US" altLang="ko-KR" dirty="0" err="1"/>
              <a:t>tortor</a:t>
            </a:r>
            <a:r>
              <a:rPr lang="en-US" altLang="ko-KR" dirty="0"/>
              <a:t> </a:t>
            </a:r>
            <a:r>
              <a:rPr lang="en-US" altLang="ko-KR" dirty="0" err="1"/>
              <a:t>eget</a:t>
            </a:r>
            <a:r>
              <a:rPr lang="en-US" altLang="ko-KR" dirty="0"/>
              <a:t> </a:t>
            </a:r>
            <a:r>
              <a:rPr lang="en-US" altLang="ko-KR" dirty="0" err="1"/>
              <a:t>sodales</a:t>
            </a:r>
            <a:r>
              <a:rPr lang="en-US" altLang="ko-KR" dirty="0"/>
              <a:t>. </a:t>
            </a:r>
          </a:p>
        </p:txBody>
      </p:sp>
      <p:pic>
        <p:nvPicPr>
          <p:cNvPr id="8" name="그림 개체 틀 7" descr="슬라이드 이미지">
            <a:extLst>
              <a:ext uri="{FF2B5EF4-FFF2-40B4-BE49-F238E27FC236}">
                <a16:creationId xmlns:a16="http://schemas.microsoft.com/office/drawing/2014/main" id="{C6CDA85C-88C0-6444-B1E8-D661956A20E8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6" name="자유형(F) 5" descr="속이 빈 강조 블록">
            <a:extLst>
              <a:ext uri="{FF2B5EF4-FFF2-40B4-BE49-F238E27FC236}">
                <a16:creationId xmlns:a16="http://schemas.microsoft.com/office/drawing/2014/main" id="{3EEE5409-3F6C-485D-B4C2-5247917F10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363366" y="497489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자유형(F) 5" descr="단색 강조 블록">
            <a:extLst>
              <a:ext uri="{FF2B5EF4-FFF2-40B4-BE49-F238E27FC236}">
                <a16:creationId xmlns:a16="http://schemas.microsoft.com/office/drawing/2014/main" id="{0D74D4D5-6A4C-4248-8A92-B8CA1C918E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650080" y="4752199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5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364070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제품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008000"/>
            <a:ext cx="5472000" cy="756000"/>
          </a:xfrm>
        </p:spPr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en-US" altLang="ko-KR" dirty="0"/>
              <a:t> </a:t>
            </a:r>
            <a:r>
              <a:rPr lang="en-US" altLang="ko-KR" dirty="0" err="1"/>
              <a:t>adipiscing</a:t>
            </a:r>
            <a:r>
              <a:rPr lang="en-US" altLang="ko-KR" dirty="0"/>
              <a:t> </a:t>
            </a:r>
            <a:r>
              <a:rPr lang="en-US" altLang="ko-KR" dirty="0" err="1"/>
              <a:t>elit</a:t>
            </a:r>
            <a:r>
              <a:rPr lang="en-US" altLang="ko-KR" dirty="0"/>
              <a:t>. </a:t>
            </a:r>
            <a:r>
              <a:rPr lang="en-US" altLang="ko-KR" dirty="0" err="1"/>
              <a:t>Etiam</a:t>
            </a:r>
            <a:r>
              <a:rPr lang="en-US" altLang="ko-KR" dirty="0"/>
              <a:t> </a:t>
            </a:r>
            <a:r>
              <a:rPr lang="en-US" altLang="ko-KR" dirty="0" err="1"/>
              <a:t>aliquet</a:t>
            </a:r>
            <a:r>
              <a:rPr lang="en-US" altLang="ko-KR" dirty="0"/>
              <a:t> </a:t>
            </a:r>
            <a:r>
              <a:rPr lang="en-US" altLang="ko-KR" dirty="0" err="1"/>
              <a:t>eu</a:t>
            </a:r>
            <a:r>
              <a:rPr lang="en-US" altLang="ko-KR" dirty="0"/>
              <a:t> mi </a:t>
            </a:r>
            <a:r>
              <a:rPr lang="en-US" altLang="ko-KR" dirty="0" err="1"/>
              <a:t>quis</a:t>
            </a:r>
            <a:r>
              <a:rPr lang="en-US" altLang="ko-KR" dirty="0"/>
              <a:t> </a:t>
            </a:r>
            <a:r>
              <a:rPr lang="en-US" altLang="ko-KR" dirty="0" err="1"/>
              <a:t>lacinia</a:t>
            </a:r>
            <a:r>
              <a:rPr lang="en-US" altLang="ko-KR" dirty="0"/>
              <a:t>. </a:t>
            </a:r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fermentum</a:t>
            </a:r>
            <a:r>
              <a:rPr lang="en-US" altLang="ko-KR" dirty="0"/>
              <a:t> a magna </a:t>
            </a:r>
            <a:r>
              <a:rPr lang="en-US" altLang="ko-KR" dirty="0" err="1"/>
              <a:t>ut.</a:t>
            </a:r>
            <a:endParaRPr lang="en-US" altLang="ko-KR" dirty="0"/>
          </a:p>
        </p:txBody>
      </p:sp>
      <p:sp>
        <p:nvSpPr>
          <p:cNvPr id="29" name="내용 개체 틀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556000"/>
            <a:ext cx="5472000" cy="3600000"/>
          </a:xfrm>
        </p:spPr>
        <p:txBody>
          <a:bodyPr rtlCol="0"/>
          <a:lstStyle/>
          <a:p>
            <a:pPr marL="0" indent="0" rtl="0">
              <a:buNone/>
            </a:pPr>
            <a:r>
              <a:rPr lang="en-US" altLang="ko-KR" sz="2800" dirty="0"/>
              <a:t>Lorem ipsum dolor sit </a:t>
            </a:r>
            <a:r>
              <a:rPr lang="en-US" altLang="ko-KR" sz="2800" dirty="0" err="1"/>
              <a:t>amet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consectetur</a:t>
            </a:r>
            <a:r>
              <a:rPr lang="en-US" altLang="ko-KR" sz="2800" dirty="0"/>
              <a:t> </a:t>
            </a:r>
            <a:r>
              <a:rPr lang="en-US" altLang="ko-KR" sz="2800" dirty="0" err="1"/>
              <a:t>adipiscing</a:t>
            </a:r>
            <a:r>
              <a:rPr lang="en-US" altLang="ko-KR" sz="2800" dirty="0"/>
              <a:t> </a:t>
            </a:r>
            <a:r>
              <a:rPr lang="en-US" altLang="ko-KR" sz="2800" dirty="0" err="1"/>
              <a:t>elit</a:t>
            </a:r>
            <a:r>
              <a:rPr lang="en-US" altLang="ko-KR" sz="2800" dirty="0"/>
              <a:t>. </a:t>
            </a:r>
          </a:p>
          <a:p>
            <a:pPr rtl="0"/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fermentum</a:t>
            </a:r>
            <a:r>
              <a:rPr lang="en-US" altLang="ko-KR" dirty="0"/>
              <a:t> a magna </a:t>
            </a:r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eleifend</a:t>
            </a:r>
            <a:r>
              <a:rPr lang="en-US" altLang="ko-KR" dirty="0"/>
              <a:t>. Integer convallis </a:t>
            </a:r>
            <a:r>
              <a:rPr lang="en-US" altLang="ko-KR" dirty="0" err="1"/>
              <a:t>suscipit</a:t>
            </a:r>
            <a:r>
              <a:rPr lang="en-US" altLang="ko-KR" dirty="0"/>
              <a:t> ante </a:t>
            </a:r>
            <a:r>
              <a:rPr lang="en-US" altLang="ko-KR" dirty="0" err="1"/>
              <a:t>eu</a:t>
            </a:r>
            <a:r>
              <a:rPr lang="en-US" altLang="ko-KR" dirty="0"/>
              <a:t> </a:t>
            </a:r>
            <a:r>
              <a:rPr lang="en-US" altLang="ko-KR" dirty="0" err="1"/>
              <a:t>varius</a:t>
            </a:r>
            <a:r>
              <a:rPr lang="en-US" altLang="ko-KR" dirty="0"/>
              <a:t>. </a:t>
            </a:r>
          </a:p>
          <a:p>
            <a:pPr rtl="0"/>
            <a:r>
              <a:rPr lang="en-US" altLang="ko-KR" dirty="0" err="1"/>
              <a:t>Morbi</a:t>
            </a:r>
            <a:r>
              <a:rPr lang="en-US" altLang="ko-KR" dirty="0"/>
              <a:t> a </a:t>
            </a:r>
            <a:r>
              <a:rPr lang="en-US" altLang="ko-KR" dirty="0" err="1"/>
              <a:t>purus</a:t>
            </a:r>
            <a:r>
              <a:rPr lang="en-US" altLang="ko-KR" dirty="0"/>
              <a:t> dolor. </a:t>
            </a:r>
            <a:r>
              <a:rPr lang="en-US" altLang="ko-KR" dirty="0" err="1"/>
              <a:t>Suspendisse</a:t>
            </a:r>
            <a:r>
              <a:rPr lang="en-US" altLang="ko-KR" dirty="0"/>
              <a:t> sit </a:t>
            </a:r>
            <a:r>
              <a:rPr lang="en-US" altLang="ko-KR" dirty="0" err="1"/>
              <a:t>amet</a:t>
            </a:r>
            <a:r>
              <a:rPr lang="en-US" altLang="ko-KR" dirty="0"/>
              <a:t> ipsum </a:t>
            </a:r>
            <a:r>
              <a:rPr lang="en-US" altLang="ko-KR" dirty="0" err="1"/>
              <a:t>finibus</a:t>
            </a:r>
            <a:r>
              <a:rPr lang="en-US" altLang="ko-KR" dirty="0"/>
              <a:t> </a:t>
            </a:r>
            <a:r>
              <a:rPr lang="en-US" altLang="ko-KR" dirty="0" err="1"/>
              <a:t>justo</a:t>
            </a:r>
            <a:r>
              <a:rPr lang="en-US" altLang="ko-KR" dirty="0"/>
              <a:t> </a:t>
            </a:r>
            <a:r>
              <a:rPr lang="en-US" altLang="ko-KR" dirty="0" err="1"/>
              <a:t>viverra</a:t>
            </a:r>
            <a:r>
              <a:rPr lang="en-US" altLang="ko-KR" dirty="0"/>
              <a:t> </a:t>
            </a:r>
            <a:r>
              <a:rPr lang="en-US" altLang="ko-KR" dirty="0" err="1"/>
              <a:t>blandit</a:t>
            </a:r>
            <a:r>
              <a:rPr lang="en-US" altLang="ko-KR" dirty="0"/>
              <a:t>. </a:t>
            </a:r>
          </a:p>
          <a:p>
            <a:pPr rtl="0"/>
            <a:r>
              <a:rPr lang="en-US" altLang="ko-KR" dirty="0" err="1"/>
              <a:t>Ut</a:t>
            </a:r>
            <a:r>
              <a:rPr lang="en-US" altLang="ko-KR" dirty="0"/>
              <a:t> </a:t>
            </a:r>
            <a:r>
              <a:rPr lang="en-US" altLang="ko-KR" dirty="0" err="1"/>
              <a:t>congue</a:t>
            </a:r>
            <a:r>
              <a:rPr lang="en-US" altLang="ko-KR" dirty="0"/>
              <a:t> </a:t>
            </a:r>
            <a:r>
              <a:rPr lang="en-US" altLang="ko-KR" dirty="0" err="1"/>
              <a:t>quis</a:t>
            </a:r>
            <a:r>
              <a:rPr lang="en-US" altLang="ko-KR" dirty="0"/>
              <a:t> </a:t>
            </a:r>
            <a:r>
              <a:rPr lang="en-US" altLang="ko-KR" dirty="0" err="1"/>
              <a:t>tortor</a:t>
            </a:r>
            <a:r>
              <a:rPr lang="en-US" altLang="ko-KR" dirty="0"/>
              <a:t> </a:t>
            </a:r>
            <a:r>
              <a:rPr lang="en-US" altLang="ko-KR" dirty="0" err="1"/>
              <a:t>eget</a:t>
            </a:r>
            <a:r>
              <a:rPr lang="en-US" altLang="ko-KR" dirty="0"/>
              <a:t> </a:t>
            </a:r>
            <a:r>
              <a:rPr lang="en-US" altLang="ko-KR" dirty="0" err="1"/>
              <a:t>sodales</a:t>
            </a:r>
            <a:r>
              <a:rPr lang="en-US" altLang="ko-KR" dirty="0"/>
              <a:t>. </a:t>
            </a:r>
          </a:p>
        </p:txBody>
      </p:sp>
      <p:pic>
        <p:nvPicPr>
          <p:cNvPr id="14" name="그림 개체 틀 13" descr="왼쪽 이미지 개체 틀">
            <a:extLst>
              <a:ext uri="{FF2B5EF4-FFF2-40B4-BE49-F238E27FC236}">
                <a16:creationId xmlns:a16="http://schemas.microsoft.com/office/drawing/2014/main" id="{FEA01CFE-4F0B-CC44-BFE2-2E561B199D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그림 개체 틀 18" descr="맨 아래 이미지 개체 틀">
            <a:extLst>
              <a:ext uri="{FF2B5EF4-FFF2-40B4-BE49-F238E27FC236}">
                <a16:creationId xmlns:a16="http://schemas.microsoft.com/office/drawing/2014/main" id="{0E34C8FB-E520-F145-92A4-42863771C42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그림 개체 틀 16" descr="맨 위 이미지 개체 틀">
            <a:extLst>
              <a:ext uri="{FF2B5EF4-FFF2-40B4-BE49-F238E27FC236}">
                <a16:creationId xmlns:a16="http://schemas.microsoft.com/office/drawing/2014/main" id="{893F9275-F9D8-C846-B8BE-3571B6BA9792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6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289385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en-US" altLang="ko-KR" dirty="0"/>
              <a:t> </a:t>
            </a:r>
            <a:r>
              <a:rPr lang="en-US" altLang="ko-KR" dirty="0" err="1"/>
              <a:t>adipiscing</a:t>
            </a:r>
            <a:r>
              <a:rPr lang="en-US" altLang="ko-KR" dirty="0"/>
              <a:t> </a:t>
            </a:r>
            <a:r>
              <a:rPr lang="en-US" altLang="ko-KR" dirty="0" err="1"/>
              <a:t>elit</a:t>
            </a:r>
            <a:r>
              <a:rPr lang="en-US" altLang="ko-KR" dirty="0"/>
              <a:t>.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59788"/>
            <a:ext cx="5472000" cy="360000"/>
          </a:xfrm>
        </p:spPr>
        <p:txBody>
          <a:bodyPr rtlCol="0"/>
          <a:lstStyle/>
          <a:p>
            <a:pPr rtl="0"/>
            <a:r>
              <a:rPr lang="en-US" altLang="ko-KR" b="0" dirty="0" err="1">
                <a:latin typeface="맑은 고딕 "/>
              </a:rPr>
              <a:t>Proseware</a:t>
            </a:r>
            <a:endParaRPr lang="en-US" altLang="ko-KR" b="0" dirty="0">
              <a:latin typeface="맑은 고딕 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67097"/>
            <a:ext cx="5472000" cy="1882828"/>
          </a:xfrm>
        </p:spPr>
        <p:txBody>
          <a:bodyPr rtlCol="0"/>
          <a:lstStyle/>
          <a:p>
            <a:pPr rtl="0"/>
            <a:r>
              <a:rPr lang="en-US" altLang="ko-KR" dirty="0" err="1"/>
              <a:t>Nulla</a:t>
            </a:r>
            <a:r>
              <a:rPr lang="en-US" altLang="ko-KR" dirty="0"/>
              <a:t> a </a:t>
            </a:r>
            <a:r>
              <a:rPr lang="en-US" altLang="ko-KR" dirty="0" err="1"/>
              <a:t>erat</a:t>
            </a:r>
            <a:r>
              <a:rPr lang="en-US" altLang="ko-KR" dirty="0"/>
              <a:t> </a:t>
            </a:r>
            <a:r>
              <a:rPr lang="en-US" altLang="ko-KR" dirty="0" err="1"/>
              <a:t>eget</a:t>
            </a:r>
            <a:r>
              <a:rPr lang="en-US" altLang="ko-KR" dirty="0"/>
              <a:t> </a:t>
            </a:r>
            <a:r>
              <a:rPr lang="en-US" altLang="ko-KR" dirty="0" err="1"/>
              <a:t>nunc</a:t>
            </a:r>
            <a:r>
              <a:rPr lang="en-US" altLang="ko-KR" dirty="0"/>
              <a:t> </a:t>
            </a:r>
            <a:r>
              <a:rPr lang="en-US" altLang="ko-KR" dirty="0" err="1"/>
              <a:t>hendrerit</a:t>
            </a:r>
            <a:r>
              <a:rPr lang="en-US" altLang="ko-KR" dirty="0"/>
              <a:t> </a:t>
            </a:r>
            <a:r>
              <a:rPr lang="en-US" altLang="ko-KR" dirty="0" err="1"/>
              <a:t>ultrices</a:t>
            </a:r>
            <a:r>
              <a:rPr lang="en-US" altLang="ko-KR" dirty="0"/>
              <a:t> </a:t>
            </a:r>
            <a:r>
              <a:rPr lang="en-US" altLang="ko-KR" dirty="0" err="1"/>
              <a:t>eu</a:t>
            </a:r>
            <a:r>
              <a:rPr lang="en-US" altLang="ko-KR" dirty="0"/>
              <a:t> </a:t>
            </a:r>
            <a:r>
              <a:rPr lang="en-US" altLang="ko-KR" dirty="0" err="1"/>
              <a:t>nec</a:t>
            </a:r>
            <a:r>
              <a:rPr lang="en-US" altLang="ko-KR" dirty="0"/>
              <a:t> </a:t>
            </a:r>
            <a:r>
              <a:rPr lang="en-US" altLang="ko-KR" dirty="0" err="1"/>
              <a:t>nulla</a:t>
            </a:r>
            <a:r>
              <a:rPr lang="en-US" altLang="ko-KR" dirty="0"/>
              <a:t>. </a:t>
            </a:r>
            <a:r>
              <a:rPr lang="en-US" altLang="ko-KR" dirty="0" err="1"/>
              <a:t>Donec</a:t>
            </a:r>
            <a:r>
              <a:rPr lang="en-US" altLang="ko-KR" dirty="0"/>
              <a:t> </a:t>
            </a:r>
            <a:r>
              <a:rPr lang="en-US" altLang="ko-KR" dirty="0" err="1"/>
              <a:t>viverra</a:t>
            </a:r>
            <a:r>
              <a:rPr lang="en-US" altLang="ko-KR" dirty="0"/>
              <a:t> </a:t>
            </a:r>
            <a:r>
              <a:rPr lang="en-US" altLang="ko-KR" dirty="0" err="1"/>
              <a:t>leo</a:t>
            </a:r>
            <a:r>
              <a:rPr lang="en-US" altLang="ko-KR" dirty="0"/>
              <a:t> </a:t>
            </a:r>
            <a:r>
              <a:rPr lang="en-US" altLang="ko-KR" dirty="0" err="1"/>
              <a:t>aliquet</a:t>
            </a:r>
            <a:r>
              <a:rPr lang="en-US" altLang="ko-KR" dirty="0"/>
              <a:t>, </a:t>
            </a:r>
            <a:r>
              <a:rPr lang="en-US" altLang="ko-KR" dirty="0" err="1"/>
              <a:t>auctor</a:t>
            </a:r>
            <a:r>
              <a:rPr lang="en-US" altLang="ko-KR" dirty="0"/>
              <a:t> quam id, convallis </a:t>
            </a:r>
            <a:r>
              <a:rPr lang="en-US" altLang="ko-KR" dirty="0" err="1"/>
              <a:t>orci</a:t>
            </a:r>
            <a:r>
              <a:rPr lang="en-US" altLang="ko-KR" dirty="0"/>
              <a:t>. </a:t>
            </a:r>
          </a:p>
          <a:p>
            <a:pPr lvl="1" rtl="0"/>
            <a:r>
              <a:rPr lang="en-US" altLang="ko-KR" dirty="0" err="1"/>
              <a:t>Sed</a:t>
            </a:r>
            <a:r>
              <a:rPr lang="en-US" altLang="ko-KR" dirty="0"/>
              <a:t> in </a:t>
            </a:r>
            <a:r>
              <a:rPr lang="en-US" altLang="ko-KR" dirty="0" err="1"/>
              <a:t>molestie</a:t>
            </a:r>
            <a:r>
              <a:rPr lang="en-US" altLang="ko-KR" dirty="0"/>
              <a:t> est. </a:t>
            </a:r>
            <a:r>
              <a:rPr lang="en-US" altLang="ko-KR" dirty="0" err="1"/>
              <a:t>Cras</a:t>
            </a:r>
            <a:r>
              <a:rPr lang="en-US" altLang="ko-KR" dirty="0"/>
              <a:t> </a:t>
            </a:r>
            <a:r>
              <a:rPr lang="en-US" altLang="ko-KR" dirty="0" err="1"/>
              <a:t>ornare</a:t>
            </a:r>
            <a:r>
              <a:rPr lang="en-US" altLang="ko-KR" dirty="0"/>
              <a:t> </a:t>
            </a:r>
            <a:r>
              <a:rPr lang="en-US" altLang="ko-KR" dirty="0" err="1"/>
              <a:t>turpis</a:t>
            </a:r>
            <a:r>
              <a:rPr lang="en-US" altLang="ko-KR" dirty="0"/>
              <a:t> at ligula </a:t>
            </a:r>
            <a:r>
              <a:rPr lang="en-US" altLang="ko-KR" dirty="0" err="1"/>
              <a:t>posuere</a:t>
            </a:r>
            <a:r>
              <a:rPr lang="en-US" altLang="ko-KR" dirty="0"/>
              <a:t>, sit </a:t>
            </a:r>
            <a:r>
              <a:rPr lang="en-US" altLang="ko-KR" dirty="0" err="1"/>
              <a:t>amet</a:t>
            </a:r>
            <a:r>
              <a:rPr lang="en-US" altLang="ko-KR" dirty="0"/>
              <a:t> </a:t>
            </a:r>
            <a:r>
              <a:rPr lang="en-US" altLang="ko-KR" dirty="0" err="1"/>
              <a:t>accumsan</a:t>
            </a:r>
            <a:r>
              <a:rPr lang="en-US" altLang="ko-KR" dirty="0"/>
              <a:t> </a:t>
            </a:r>
            <a:r>
              <a:rPr lang="en-US" altLang="ko-KR" dirty="0" err="1"/>
              <a:t>neque</a:t>
            </a:r>
            <a:r>
              <a:rPr lang="en-US" altLang="ko-KR" dirty="0"/>
              <a:t> </a:t>
            </a:r>
            <a:r>
              <a:rPr lang="en-US" altLang="ko-KR" dirty="0" err="1"/>
              <a:t>lobortis</a:t>
            </a:r>
            <a:r>
              <a:rPr lang="en-US" altLang="ko-KR" dirty="0"/>
              <a:t>.</a:t>
            </a:r>
          </a:p>
          <a:p>
            <a:pPr lvl="1" rtl="0"/>
            <a:r>
              <a:rPr lang="en-US" altLang="ko-KR" dirty="0"/>
              <a:t>Maecenas </a:t>
            </a:r>
            <a:r>
              <a:rPr lang="en-US" altLang="ko-KR" dirty="0" err="1"/>
              <a:t>mattis</a:t>
            </a:r>
            <a:r>
              <a:rPr lang="en-US" altLang="ko-KR" dirty="0"/>
              <a:t> </a:t>
            </a:r>
            <a:r>
              <a:rPr lang="en-US" altLang="ko-KR" dirty="0" err="1"/>
              <a:t>risus</a:t>
            </a:r>
            <a:r>
              <a:rPr lang="en-US" altLang="ko-KR" dirty="0"/>
              <a:t> ligula, </a:t>
            </a:r>
            <a:r>
              <a:rPr lang="en-US" altLang="ko-KR" dirty="0" err="1"/>
              <a:t>sed</a:t>
            </a:r>
            <a:r>
              <a:rPr lang="en-US" altLang="ko-KR" dirty="0"/>
              <a:t> </a:t>
            </a:r>
            <a:r>
              <a:rPr lang="en-US" altLang="ko-KR" dirty="0" err="1"/>
              <a:t>ullamcorper</a:t>
            </a:r>
            <a:r>
              <a:rPr lang="en-US" altLang="ko-KR" dirty="0"/>
              <a:t> </a:t>
            </a:r>
            <a:r>
              <a:rPr lang="en-US" altLang="ko-KR" dirty="0" err="1"/>
              <a:t>nunc</a:t>
            </a:r>
            <a:r>
              <a:rPr lang="en-US" altLang="ko-KR" dirty="0"/>
              <a:t> </a:t>
            </a:r>
            <a:r>
              <a:rPr lang="en-US" altLang="ko-KR" dirty="0" err="1"/>
              <a:t>efficitur</a:t>
            </a:r>
            <a:r>
              <a:rPr lang="en-US" altLang="ko-KR" dirty="0"/>
              <a:t> sed.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59788"/>
            <a:ext cx="5472000" cy="358775"/>
          </a:xfrm>
        </p:spPr>
        <p:txBody>
          <a:bodyPr rtlCol="0"/>
          <a:lstStyle/>
          <a:p>
            <a:pPr rtl="0"/>
            <a:r>
              <a:rPr lang="ko-KR" altLang="en-US" b="0" dirty="0">
                <a:latin typeface="맑은 고딕 "/>
              </a:rPr>
              <a:t>경쟁 서비스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63789"/>
            <a:ext cx="5472113" cy="1883984"/>
          </a:xfrm>
        </p:spPr>
        <p:txBody>
          <a:bodyPr rtlCol="0"/>
          <a:lstStyle/>
          <a:p>
            <a:pPr rtl="0"/>
            <a:r>
              <a:rPr lang="en-US" altLang="ko-KR" dirty="0" err="1"/>
              <a:t>Praesent</a:t>
            </a:r>
            <a:r>
              <a:rPr lang="en-US" altLang="ko-KR" dirty="0"/>
              <a:t> </a:t>
            </a:r>
            <a:r>
              <a:rPr lang="en-US" altLang="ko-KR" dirty="0" err="1"/>
              <a:t>venenatis</a:t>
            </a:r>
            <a:r>
              <a:rPr lang="en-US" altLang="ko-KR" dirty="0"/>
              <a:t> quam </a:t>
            </a:r>
            <a:r>
              <a:rPr lang="en-US" altLang="ko-KR" dirty="0" err="1"/>
              <a:t>tortor</a:t>
            </a:r>
            <a:r>
              <a:rPr lang="en-US" altLang="ko-KR" dirty="0"/>
              <a:t>, </a:t>
            </a:r>
            <a:r>
              <a:rPr lang="en-US" altLang="ko-KR" dirty="0" err="1"/>
              <a:t>viverra</a:t>
            </a:r>
            <a:r>
              <a:rPr lang="en-US" altLang="ko-KR" dirty="0"/>
              <a:t> </a:t>
            </a:r>
            <a:r>
              <a:rPr lang="en-US" altLang="ko-KR" dirty="0" err="1"/>
              <a:t>nunc</a:t>
            </a:r>
            <a:r>
              <a:rPr lang="en-US" altLang="ko-KR" dirty="0"/>
              <a:t> </a:t>
            </a:r>
            <a:r>
              <a:rPr lang="en-US" altLang="ko-KR" dirty="0" err="1"/>
              <a:t>rutrum</a:t>
            </a:r>
            <a:r>
              <a:rPr lang="en-US" altLang="ko-KR" dirty="0"/>
              <a:t>. </a:t>
            </a:r>
          </a:p>
          <a:p>
            <a:pPr lvl="1" rtl="0"/>
            <a:r>
              <a:rPr lang="en-US" altLang="ko-KR" dirty="0"/>
              <a:t>Maecenas </a:t>
            </a:r>
            <a:r>
              <a:rPr lang="en-US" altLang="ko-KR" dirty="0" err="1"/>
              <a:t>malesuada</a:t>
            </a:r>
            <a:r>
              <a:rPr lang="en-US" altLang="ko-KR" dirty="0"/>
              <a:t> </a:t>
            </a:r>
            <a:r>
              <a:rPr lang="en-US" altLang="ko-KR" dirty="0" err="1"/>
              <a:t>ultricies</a:t>
            </a:r>
            <a:r>
              <a:rPr lang="en-US" altLang="ko-KR" dirty="0"/>
              <a:t> </a:t>
            </a:r>
            <a:r>
              <a:rPr lang="en-US" altLang="ko-KR" dirty="0" err="1"/>
              <a:t>sapien</a:t>
            </a:r>
            <a:r>
              <a:rPr lang="en-US" altLang="ko-KR" dirty="0"/>
              <a:t> sit </a:t>
            </a:r>
            <a:r>
              <a:rPr lang="en-US" altLang="ko-KR" dirty="0" err="1"/>
              <a:t>amet</a:t>
            </a:r>
            <a:r>
              <a:rPr lang="en-US" altLang="ko-KR" dirty="0"/>
              <a:t> pharetra. </a:t>
            </a:r>
          </a:p>
          <a:p>
            <a:pPr lvl="1" rtl="0"/>
            <a:r>
              <a:rPr lang="en-US" altLang="ko-KR" dirty="0"/>
              <a:t>Nunc tempus, </a:t>
            </a:r>
            <a:r>
              <a:rPr lang="en-US" altLang="ko-KR" dirty="0" err="1"/>
              <a:t>risus</a:t>
            </a:r>
            <a:r>
              <a:rPr lang="en-US" altLang="ko-KR" dirty="0"/>
              <a:t> </a:t>
            </a:r>
            <a:r>
              <a:rPr lang="en-US" altLang="ko-KR" dirty="0" err="1"/>
              <a:t>sodales</a:t>
            </a:r>
            <a:r>
              <a:rPr lang="en-US" altLang="ko-KR" dirty="0"/>
              <a:t> </a:t>
            </a:r>
            <a:r>
              <a:rPr lang="en-US" altLang="ko-KR" dirty="0" err="1"/>
              <a:t>sodales</a:t>
            </a:r>
            <a:r>
              <a:rPr lang="en-US" altLang="ko-KR" dirty="0"/>
              <a:t> </a:t>
            </a:r>
            <a:r>
              <a:rPr lang="en-US" altLang="ko-KR" dirty="0" err="1"/>
              <a:t>hendrerit</a:t>
            </a:r>
            <a:r>
              <a:rPr lang="en-US" altLang="ko-KR" dirty="0"/>
              <a:t>, </a:t>
            </a:r>
            <a:r>
              <a:rPr lang="en-US" altLang="ko-KR" dirty="0" err="1"/>
              <a:t>arcu</a:t>
            </a:r>
            <a:r>
              <a:rPr lang="en-US" altLang="ko-KR" dirty="0"/>
              <a:t> dolor </a:t>
            </a:r>
            <a:r>
              <a:rPr lang="en-US" altLang="ko-KR" dirty="0" err="1"/>
              <a:t>commodo</a:t>
            </a:r>
            <a:r>
              <a:rPr lang="en-US" altLang="ko-KR" dirty="0"/>
              <a:t> libero, a </a:t>
            </a:r>
            <a:r>
              <a:rPr lang="en-US" altLang="ko-KR" dirty="0" err="1"/>
              <a:t>sollicitudin</a:t>
            </a:r>
            <a:r>
              <a:rPr lang="en-US" altLang="ko-KR" dirty="0"/>
              <a:t> quam </a:t>
            </a:r>
            <a:r>
              <a:rPr lang="en-US" altLang="ko-KR" dirty="0" err="1"/>
              <a:t>nulla</a:t>
            </a:r>
            <a:r>
              <a:rPr lang="en-US" altLang="ko-KR" dirty="0"/>
              <a:t> </a:t>
            </a:r>
            <a:r>
              <a:rPr lang="en-US" altLang="ko-KR" dirty="0" err="1"/>
              <a:t>quis</a:t>
            </a:r>
            <a:r>
              <a:rPr lang="en-US" altLang="ko-KR" dirty="0"/>
              <a:t> </a:t>
            </a:r>
            <a:r>
              <a:rPr lang="en-US" altLang="ko-KR" dirty="0" err="1"/>
              <a:t>lectus</a:t>
            </a:r>
            <a:r>
              <a:rPr lang="en-US" altLang="ko-KR" dirty="0"/>
              <a:t>. In at porta </a:t>
            </a:r>
            <a:r>
              <a:rPr lang="en-US" altLang="ko-KR" dirty="0" err="1"/>
              <a:t>mauris</a:t>
            </a:r>
            <a:r>
              <a:rPr lang="en-US" altLang="ko-KR" dirty="0"/>
              <a:t>. 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7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차트 옵션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en-US" altLang="ko-KR" dirty="0"/>
              <a:t> </a:t>
            </a:r>
            <a:r>
              <a:rPr lang="en-US" altLang="ko-KR" dirty="0" err="1"/>
              <a:t>adipiscing</a:t>
            </a:r>
            <a:r>
              <a:rPr lang="en-US" altLang="ko-KR" dirty="0"/>
              <a:t> </a:t>
            </a:r>
            <a:r>
              <a:rPr lang="en-US" altLang="ko-KR" dirty="0" err="1"/>
              <a:t>elit</a:t>
            </a:r>
            <a:r>
              <a:rPr lang="en-US" altLang="ko-KR" dirty="0"/>
              <a:t>. </a:t>
            </a:r>
          </a:p>
        </p:txBody>
      </p:sp>
      <p:graphicFrame>
        <p:nvGraphicFramePr>
          <p:cNvPr id="4" name="차트 3" title="총 수익 개체 틀 차트">
            <a:extLst>
              <a:ext uri="{FF2B5EF4-FFF2-40B4-BE49-F238E27FC236}">
                <a16:creationId xmlns:a16="http://schemas.microsoft.com/office/drawing/2014/main" id="{FFE8AFAB-AE1F-4453-8C1B-70D2EF9B1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8736913"/>
              </p:ext>
            </p:extLst>
          </p:nvPr>
        </p:nvGraphicFramePr>
        <p:xfrm>
          <a:off x="4318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차트 6" title="총 수익 개체 틀 차트">
            <a:extLst>
              <a:ext uri="{FF2B5EF4-FFF2-40B4-BE49-F238E27FC236}">
                <a16:creationId xmlns:a16="http://schemas.microsoft.com/office/drawing/2014/main" id="{9BEBE5AF-1D10-425C-8F3C-2236E52E6E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487278"/>
              </p:ext>
            </p:extLst>
          </p:nvPr>
        </p:nvGraphicFramePr>
        <p:xfrm>
          <a:off x="44069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차트 7" title="총 수익 개체 틀 차트">
            <a:extLst>
              <a:ext uri="{FF2B5EF4-FFF2-40B4-BE49-F238E27FC236}">
                <a16:creationId xmlns:a16="http://schemas.microsoft.com/office/drawing/2014/main" id="{A8D5CDFF-2AF9-4CDE-BF8D-15F294BD50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847474"/>
              </p:ext>
            </p:extLst>
          </p:nvPr>
        </p:nvGraphicFramePr>
        <p:xfrm>
          <a:off x="83820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8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4AFD2-303D-4B48-AA3E-C96B74D812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Lorem ipsum dolor sit </a:t>
            </a:r>
            <a:r>
              <a:rPr lang="en-US" altLang="ko-KR" dirty="0" err="1"/>
              <a:t>amet</a:t>
            </a:r>
            <a:r>
              <a:rPr lang="en-US" altLang="ko-KR" dirty="0"/>
              <a:t>, </a:t>
            </a:r>
            <a:r>
              <a:rPr lang="en-US" altLang="ko-KR" dirty="0" err="1"/>
              <a:t>consectetur</a:t>
            </a:r>
            <a:r>
              <a:rPr lang="en-US" altLang="ko-KR" dirty="0"/>
              <a:t> </a:t>
            </a:r>
            <a:r>
              <a:rPr lang="en-US" altLang="ko-KR" dirty="0" err="1"/>
              <a:t>adipiscing</a:t>
            </a:r>
            <a:r>
              <a:rPr lang="en-US" altLang="ko-KR" dirty="0"/>
              <a:t> </a:t>
            </a:r>
            <a:r>
              <a:rPr lang="en-US" altLang="ko-KR" dirty="0" err="1"/>
              <a:t>elit</a:t>
            </a:r>
            <a:r>
              <a:rPr lang="en-US" altLang="ko-KR" dirty="0"/>
              <a:t>.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E0921D-4C1D-4106-9AC0-F73F30E8D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581152"/>
              </p:ext>
            </p:extLst>
          </p:nvPr>
        </p:nvGraphicFramePr>
        <p:xfrm>
          <a:off x="431801" y="1614845"/>
          <a:ext cx="11328401" cy="39657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18343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608292439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1007882540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3778082769"/>
                    </a:ext>
                  </a:extLst>
                </a:gridCol>
                <a:gridCol w="1618343">
                  <a:extLst>
                    <a:ext uri="{9D8B030D-6E8A-4147-A177-3AD203B41FA5}">
                      <a16:colId xmlns:a16="http://schemas.microsoft.com/office/drawing/2014/main" val="1136644251"/>
                    </a:ext>
                  </a:extLst>
                </a:gridCol>
              </a:tblGrid>
              <a:tr h="346959">
                <a:tc>
                  <a:txBody>
                    <a:bodyPr/>
                    <a:lstStyle/>
                    <a:p>
                      <a:pPr algn="ctr" rtl="0"/>
                      <a:endParaRPr lang="ko-KR" altLang="en-ZA" noProof="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0" noProof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공급업체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0" noProof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0" noProof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컨설턴트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0" noProof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광고 구매자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0" noProof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수익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600" b="0" noProof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 수익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600" b="1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600" b="1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6,750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1,013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600" b="1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33,750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5,063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600" b="1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135,000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20,250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rtl="0"/>
                      <a:r>
                        <a:rPr lang="en-US" altLang="ko-KR" sz="1600" b="1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270,000</a:t>
                      </a:r>
                      <a:endParaRPr lang="ko-KR" altLang="en-US" sz="16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ko-KR" altLang="en-US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₩</a:t>
                      </a:r>
                      <a:r>
                        <a:rPr lang="en-US" altLang="ko-KR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40,500</a:t>
                      </a:r>
                      <a:endParaRPr lang="ko-KR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9</a:t>
            </a:fld>
            <a:endParaRPr lang="ko-KR" altLang="en-ZA" dirty="0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 descr="큰 이미지 개체 틀">
            <a:extLst>
              <a:ext uri="{FF2B5EF4-FFF2-40B4-BE49-F238E27FC236}">
                <a16:creationId xmlns:a16="http://schemas.microsoft.com/office/drawing/2014/main" id="{FB15BC12-29C3-3D4B-805A-8A860D70CA6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ZA" altLang="ko-KR" smtClean="0"/>
              <a:pPr/>
              <a:t>10</a:t>
            </a:fld>
            <a:endParaRPr lang="ko-KR" altLang="en-US" dirty="0"/>
          </a:p>
        </p:txBody>
      </p:sp>
      <p:sp>
        <p:nvSpPr>
          <p:cNvPr id="16" name="텍스트 상자 15" descr="캡션 블록에 주목 효과 디자인 적용">
            <a:extLst>
              <a:ext uri="{FF2B5EF4-FFF2-40B4-BE49-F238E27FC236}">
                <a16:creationId xmlns:a16="http://schemas.microsoft.com/office/drawing/2014/main" id="{03888866-542D-43D4-BFE1-045D363519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 flipH="1">
            <a:off x="-1" y="4813138"/>
            <a:ext cx="691517" cy="1026777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이등변 삼각형 16" descr="제목에 그림자 주목 효과 적용">
            <a:extLst>
              <a:ext uri="{FF2B5EF4-FFF2-40B4-BE49-F238E27FC236}">
                <a16:creationId xmlns:a16="http://schemas.microsoft.com/office/drawing/2014/main" id="{667AA2A8-C66E-4F4C-A6E7-E7ABCE7E9E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 flipH="1">
            <a:off x="463958" y="5610101"/>
            <a:ext cx="225306" cy="20104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D8744987-7958-44D9-AE6F-009CA4C08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86" y="5066452"/>
            <a:ext cx="5675313" cy="539345"/>
          </a:xfrm>
        </p:spPr>
        <p:txBody>
          <a:bodyPr rtlCol="0"/>
          <a:lstStyle/>
          <a:p>
            <a:pPr rtl="0"/>
            <a:r>
              <a:rPr lang="en-US" altLang="ko-KR" sz="1600" dirty="0">
                <a:latin typeface="맑은 고딕" panose="020B0503020000020004" pitchFamily="50" charset="-127"/>
              </a:rPr>
              <a:t>Lorem ipsum dolor sit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amet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consectetur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adipiscing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elit</a:t>
            </a:r>
            <a:r>
              <a:rPr lang="en-US" altLang="ko-KR" sz="1600" dirty="0">
                <a:latin typeface="맑은 고딕" panose="020B0503020000020004" pitchFamily="50" charset="-127"/>
              </a:rPr>
              <a:t>. </a:t>
            </a:r>
            <a:endParaRPr lang="ko-KR" altLang="en-US" sz="1600" dirty="0">
              <a:latin typeface="맑은 고딕" panose="020B0503020000020004" pitchFamily="50" charset="-127"/>
            </a:endParaRPr>
          </a:p>
        </p:txBody>
      </p:sp>
      <p:sp>
        <p:nvSpPr>
          <p:cNvPr id="19" name="이등변 삼각형 18" descr="제목에 그림자 주목 효과를 적용하려면">
            <a:extLst>
              <a:ext uri="{FF2B5EF4-FFF2-40B4-BE49-F238E27FC236}">
                <a16:creationId xmlns:a16="http://schemas.microsoft.com/office/drawing/2014/main" id="{ABF5B12D-6F10-4377-9094-B3E79ECB1B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 flipH="1" flipV="1">
            <a:off x="463958" y="4860371"/>
            <a:ext cx="225306" cy="20104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개체 틀 11" descr="이미지 개체 틀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텍스트 상자 37" descr="제목 블록에 주목 효과 적용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2200275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이등변 삼각형 34" descr="제목 블록에 그림자 적용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rot="10800000">
            <a:off x="11359065" y="5556894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자유형(F) 5" descr="단색 강조 블록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자유형(F) 5" descr="속이 빈 강조 블록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제목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sz="5000" dirty="0"/>
              <a:t>감사합니다</a:t>
            </a:r>
            <a:r>
              <a:rPr lang="en-US" altLang="ko-KR" sz="5000" dirty="0"/>
              <a:t>!</a:t>
            </a:r>
            <a:endParaRPr lang="ko-KR" altLang="en-ZA" sz="5000" dirty="0"/>
          </a:p>
        </p:txBody>
      </p:sp>
      <p:pic>
        <p:nvPicPr>
          <p:cNvPr id="8" name="그래픽 7" descr="사용자" title="아이콘 - 발표자 이름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678512" y="3859066"/>
            <a:ext cx="218900" cy="218900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강민수</a:t>
            </a:r>
          </a:p>
        </p:txBody>
      </p:sp>
      <p:pic>
        <p:nvPicPr>
          <p:cNvPr id="10" name="그래픽 9" descr="휴대폰" title="아이콘 - 발표자 전화 번호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678512" y="4223565"/>
            <a:ext cx="218900" cy="21890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+1 23 987 6554</a:t>
            </a:r>
          </a:p>
        </p:txBody>
      </p:sp>
      <p:pic>
        <p:nvPicPr>
          <p:cNvPr id="9" name="그래픽 8" descr="봉투" title="발표자 전자 메일 아이콘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678512" y="4615862"/>
            <a:ext cx="218900" cy="218900"/>
          </a:xfrm>
          <a:prstGeom prst="rect">
            <a:avLst/>
          </a:prstGeom>
        </p:spPr>
      </p:pic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민수</a:t>
            </a:r>
            <a:r>
              <a:rPr lang="en-US" altLang="ko-KR" dirty="0"/>
              <a:t>@www.proseware.com</a:t>
            </a:r>
          </a:p>
        </p:txBody>
      </p:sp>
      <p:pic>
        <p:nvPicPr>
          <p:cNvPr id="11" name="그래픽 10" descr="링크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661653" y="4942435"/>
            <a:ext cx="244786" cy="244786"/>
          </a:xfrm>
          <a:prstGeom prst="rect">
            <a:avLst/>
          </a:prstGeom>
        </p:spPr>
      </p:pic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43DBE4D9-1044-49A3-ABD5-477041FF2B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en-US" altLang="ko-KR" dirty="0"/>
              <a:t>www.proseware.com</a:t>
            </a:r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 descr="이 서식 파일을 사용하는 방법">
            <a:extLst>
              <a:ext uri="{FF2B5EF4-FFF2-40B4-BE49-F238E27FC236}">
                <a16:creationId xmlns:a16="http://schemas.microsoft.com/office/drawing/2014/main" id="{AF827C88-045E-4F68-9447-36B04E5AF96E}"/>
              </a:ext>
            </a:extLst>
          </p:cNvPr>
          <p:cNvGrpSpPr/>
          <p:nvPr/>
        </p:nvGrpSpPr>
        <p:grpSpPr>
          <a:xfrm>
            <a:off x="298484" y="589495"/>
            <a:ext cx="3002130" cy="3083313"/>
            <a:chOff x="1341135" y="527364"/>
            <a:chExt cx="3002130" cy="3083313"/>
          </a:xfrm>
        </p:grpSpPr>
        <p:sp>
          <p:nvSpPr>
            <p:cNvPr id="37" name="타원 36" title="원 배경 그래픽">
              <a:extLst>
                <a:ext uri="{FF2B5EF4-FFF2-40B4-BE49-F238E27FC236}">
                  <a16:creationId xmlns:a16="http://schemas.microsoft.com/office/drawing/2014/main" id="{C51FBE48-2848-4EC5-89D6-C5C86C105FD1}"/>
                </a:ext>
              </a:extLst>
            </p:cNvPr>
            <p:cNvSpPr/>
            <p:nvPr/>
          </p:nvSpPr>
          <p:spPr>
            <a:xfrm>
              <a:off x="1341135" y="814260"/>
              <a:ext cx="2796417" cy="279641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lnSpc>
                  <a:spcPts val="3000"/>
                </a:lnSpc>
              </a:pPr>
              <a:r>
                <a:rPr lang="ko-KR" altLang="en-US" sz="24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 </a:t>
              </a:r>
              <a:br>
                <a:rPr lang="ko-KR" altLang="en-US" sz="240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24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서식 파일</a:t>
              </a:r>
              <a:r>
                <a:rPr lang="ko-KR" altLang="en-US" sz="24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</a:t>
              </a:r>
              <a:r>
                <a:rPr lang="ko-KR" altLang="en-US" sz="2400" i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지정하는 </a:t>
              </a:r>
              <a:r>
                <a:rPr lang="ko-KR" altLang="en-US" sz="2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방법</a:t>
              </a:r>
              <a:r>
                <a:rPr lang="ko-KR" altLang="en-US" sz="24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입니다</a:t>
              </a:r>
              <a:r>
                <a:rPr lang="en-US" altLang="ko-KR" sz="24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  <a:endPara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타원 39" title="원 배경 그래픽">
              <a:extLst>
                <a:ext uri="{FF2B5EF4-FFF2-40B4-BE49-F238E27FC236}">
                  <a16:creationId xmlns:a16="http://schemas.microsoft.com/office/drawing/2014/main" id="{DDBE5AE1-0732-46F6-A796-4251201817EE}"/>
                </a:ext>
              </a:extLst>
            </p:cNvPr>
            <p:cNvSpPr/>
            <p:nvPr/>
          </p:nvSpPr>
          <p:spPr>
            <a:xfrm>
              <a:off x="3125525" y="527364"/>
              <a:ext cx="1217740" cy="12177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타원 40" title="원 배경 그래픽">
              <a:extLst>
                <a:ext uri="{FF2B5EF4-FFF2-40B4-BE49-F238E27FC236}">
                  <a16:creationId xmlns:a16="http://schemas.microsoft.com/office/drawing/2014/main" id="{4571EFCA-4D6B-4975-BCE3-09C7F433B4DA}"/>
                </a:ext>
              </a:extLst>
            </p:cNvPr>
            <p:cNvSpPr/>
            <p:nvPr/>
          </p:nvSpPr>
          <p:spPr>
            <a:xfrm>
              <a:off x="1537865" y="3001655"/>
              <a:ext cx="360000" cy="360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제목 2">
              <a:extLst>
                <a:ext uri="{FF2B5EF4-FFF2-40B4-BE49-F238E27FC236}">
                  <a16:creationId xmlns:a16="http://schemas.microsoft.com/office/drawing/2014/main" id="{E3AEFCE0-0A87-4B19-ABDE-39B6D794A7ED}"/>
                </a:ext>
              </a:extLst>
            </p:cNvPr>
            <p:cNvSpPr txBox="1">
              <a:spLocks/>
            </p:cNvSpPr>
            <p:nvPr/>
          </p:nvSpPr>
          <p:spPr>
            <a:xfrm>
              <a:off x="3133073" y="654208"/>
              <a:ext cx="1188691" cy="1186824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 spc="-15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rtl="0"/>
              <a:r>
                <a:rPr lang="en-US" altLang="ko-KR" sz="7200" b="1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rPr>
                <a:t>?</a:t>
              </a:r>
              <a:endParaRPr lang="ko-KR" altLang="en-US" sz="7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그룹 3" descr="이미지 그룹을 추가하는 방법">
            <a:extLst>
              <a:ext uri="{FF2B5EF4-FFF2-40B4-BE49-F238E27FC236}">
                <a16:creationId xmlns:a16="http://schemas.microsoft.com/office/drawing/2014/main" id="{A8CE5863-4650-D142-B34C-4519F2A493CC}"/>
              </a:ext>
            </a:extLst>
          </p:cNvPr>
          <p:cNvGrpSpPr/>
          <p:nvPr/>
        </p:nvGrpSpPr>
        <p:grpSpPr>
          <a:xfrm>
            <a:off x="3741502" y="70559"/>
            <a:ext cx="4708996" cy="4177558"/>
            <a:chOff x="3489598" y="70559"/>
            <a:chExt cx="4708996" cy="4177558"/>
          </a:xfrm>
        </p:grpSpPr>
        <p:sp>
          <p:nvSpPr>
            <p:cNvPr id="6" name="직사각형 5" descr="지침 배경 상자">
              <a:extLst>
                <a:ext uri="{FF2B5EF4-FFF2-40B4-BE49-F238E27FC236}">
                  <a16:creationId xmlns:a16="http://schemas.microsoft.com/office/drawing/2014/main" id="{20779E53-6FBF-49D4-B71F-9C4591CB06D5}"/>
                </a:ext>
              </a:extLst>
            </p:cNvPr>
            <p:cNvSpPr/>
            <p:nvPr/>
          </p:nvSpPr>
          <p:spPr>
            <a:xfrm>
              <a:off x="3489598" y="70559"/>
              <a:ext cx="4708996" cy="4177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" name="타원 42" title="원 배경 그래픽">
              <a:extLst>
                <a:ext uri="{FF2B5EF4-FFF2-40B4-BE49-F238E27FC236}">
                  <a16:creationId xmlns:a16="http://schemas.microsoft.com/office/drawing/2014/main" id="{C4AAE0A8-79D5-440B-B812-5976D3EDBD0C}"/>
                </a:ext>
              </a:extLst>
            </p:cNvPr>
            <p:cNvSpPr/>
            <p:nvPr/>
          </p:nvSpPr>
          <p:spPr>
            <a:xfrm>
              <a:off x="3630478" y="200418"/>
              <a:ext cx="426811" cy="42681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n-US" altLang="ko-KR" b="1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1</a:t>
              </a:r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46" name="그룹 45" title="이미지 추가">
              <a:extLst>
                <a:ext uri="{FF2B5EF4-FFF2-40B4-BE49-F238E27FC236}">
                  <a16:creationId xmlns:a16="http://schemas.microsoft.com/office/drawing/2014/main" id="{D61E15D2-0BAF-4A2C-9698-DD4F6BAB920D}"/>
                </a:ext>
              </a:extLst>
            </p:cNvPr>
            <p:cNvGrpSpPr/>
            <p:nvPr/>
          </p:nvGrpSpPr>
          <p:grpSpPr>
            <a:xfrm>
              <a:off x="3628308" y="530352"/>
              <a:ext cx="4341658" cy="3339422"/>
              <a:chOff x="424893" y="379770"/>
              <a:chExt cx="4341658" cy="3339422"/>
            </a:xfrm>
          </p:grpSpPr>
          <p:sp>
            <p:nvSpPr>
              <p:cNvPr id="15" name="텍스트 상자 14">
                <a:extLst>
                  <a:ext uri="{FF2B5EF4-FFF2-40B4-BE49-F238E27FC236}">
                    <a16:creationId xmlns:a16="http://schemas.microsoft.com/office/drawing/2014/main" id="{5083EB4B-86A0-45E7-8493-F0169A4CCC87}"/>
                  </a:ext>
                </a:extLst>
              </p:cNvPr>
              <p:cNvSpPr txBox="1"/>
              <p:nvPr/>
            </p:nvSpPr>
            <p:spPr>
              <a:xfrm>
                <a:off x="499040" y="379770"/>
                <a:ext cx="41366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-KR" altLang="en-US" sz="20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이미지 추가</a:t>
                </a:r>
              </a:p>
            </p:txBody>
          </p:sp>
          <p:pic>
            <p:nvPicPr>
              <p:cNvPr id="12" name="그림 11" title="서식 파일 지침 그래픽">
                <a:extLst>
                  <a:ext uri="{FF2B5EF4-FFF2-40B4-BE49-F238E27FC236}">
                    <a16:creationId xmlns:a16="http://schemas.microsoft.com/office/drawing/2014/main" id="{B945A26A-43DB-4AED-BA9E-E81359BA2E2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64686" y="910689"/>
                <a:ext cx="1985426" cy="2008300"/>
              </a:xfrm>
              <a:prstGeom prst="rect">
                <a:avLst/>
              </a:prstGeom>
            </p:spPr>
          </p:pic>
          <p:sp>
            <p:nvSpPr>
              <p:cNvPr id="20" name="그래픽 18" title="서식 파일 지침 화살표">
                <a:extLst>
                  <a:ext uri="{FF2B5EF4-FFF2-40B4-BE49-F238E27FC236}">
                    <a16:creationId xmlns:a16="http://schemas.microsoft.com/office/drawing/2014/main" id="{3CDE6CC0-E86B-4B0C-B994-AD3ECE46636B}"/>
                  </a:ext>
                </a:extLst>
              </p:cNvPr>
              <p:cNvSpPr/>
              <p:nvPr/>
            </p:nvSpPr>
            <p:spPr>
              <a:xfrm rot="4500000" flipH="1">
                <a:off x="1365275" y="2606461"/>
                <a:ext cx="367586" cy="457870"/>
              </a:xfrm>
              <a:custGeom>
                <a:avLst/>
                <a:gdLst>
                  <a:gd name="connsiteX0" fmla="*/ 27380 w 542925"/>
                  <a:gd name="connsiteY0" fmla="*/ 669232 h 676275"/>
                  <a:gd name="connsiteX1" fmla="*/ 138823 w 542925"/>
                  <a:gd name="connsiteY1" fmla="*/ 376814 h 676275"/>
                  <a:gd name="connsiteX2" fmla="*/ 352183 w 542925"/>
                  <a:gd name="connsiteY2" fmla="*/ 147262 h 676275"/>
                  <a:gd name="connsiteX3" fmla="*/ 485533 w 542925"/>
                  <a:gd name="connsiteY3" fmla="*/ 68204 h 676275"/>
                  <a:gd name="connsiteX4" fmla="*/ 469340 w 542925"/>
                  <a:gd name="connsiteY4" fmla="*/ 96779 h 676275"/>
                  <a:gd name="connsiteX5" fmla="*/ 416953 w 542925"/>
                  <a:gd name="connsiteY5" fmla="*/ 192029 h 676275"/>
                  <a:gd name="connsiteX6" fmla="*/ 433145 w 542925"/>
                  <a:gd name="connsiteY6" fmla="*/ 216794 h 676275"/>
                  <a:gd name="connsiteX7" fmla="*/ 484580 w 542925"/>
                  <a:gd name="connsiteY7" fmla="*/ 124402 h 676275"/>
                  <a:gd name="connsiteX8" fmla="*/ 509345 w 542925"/>
                  <a:gd name="connsiteY8" fmla="*/ 78682 h 676275"/>
                  <a:gd name="connsiteX9" fmla="*/ 536015 w 542925"/>
                  <a:gd name="connsiteY9" fmla="*/ 37724 h 676275"/>
                  <a:gd name="connsiteX10" fmla="*/ 524585 w 542925"/>
                  <a:gd name="connsiteY10" fmla="*/ 7244 h 676275"/>
                  <a:gd name="connsiteX11" fmla="*/ 297890 w 542925"/>
                  <a:gd name="connsiteY11" fmla="*/ 39629 h 676275"/>
                  <a:gd name="connsiteX12" fmla="*/ 307415 w 542925"/>
                  <a:gd name="connsiteY12" fmla="*/ 71062 h 676275"/>
                  <a:gd name="connsiteX13" fmla="*/ 436003 w 542925"/>
                  <a:gd name="connsiteY13" fmla="*/ 54869 h 676275"/>
                  <a:gd name="connsiteX14" fmla="*/ 233120 w 542925"/>
                  <a:gd name="connsiteY14" fmla="*/ 208222 h 676275"/>
                  <a:gd name="connsiteX15" fmla="*/ 57860 w 542925"/>
                  <a:gd name="connsiteY15" fmla="*/ 473969 h 676275"/>
                  <a:gd name="connsiteX16" fmla="*/ 7378 w 542925"/>
                  <a:gd name="connsiteY16" fmla="*/ 648277 h 676275"/>
                  <a:gd name="connsiteX17" fmla="*/ 14045 w 542925"/>
                  <a:gd name="connsiteY17" fmla="*/ 670184 h 676275"/>
                  <a:gd name="connsiteX18" fmla="*/ 27380 w 542925"/>
                  <a:gd name="connsiteY18" fmla="*/ 669232 h 676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42925" h="676275">
                    <a:moveTo>
                      <a:pt x="27380" y="669232"/>
                    </a:moveTo>
                    <a:cubicBezTo>
                      <a:pt x="44525" y="565409"/>
                      <a:pt x="83578" y="465397"/>
                      <a:pt x="138823" y="376814"/>
                    </a:cubicBezTo>
                    <a:cubicBezTo>
                      <a:pt x="195020" y="288232"/>
                      <a:pt x="267410" y="209174"/>
                      <a:pt x="352183" y="147262"/>
                    </a:cubicBezTo>
                    <a:cubicBezTo>
                      <a:pt x="394093" y="116782"/>
                      <a:pt x="438860" y="90112"/>
                      <a:pt x="485533" y="68204"/>
                    </a:cubicBezTo>
                    <a:cubicBezTo>
                      <a:pt x="479818" y="77729"/>
                      <a:pt x="475055" y="87254"/>
                      <a:pt x="469340" y="96779"/>
                    </a:cubicBezTo>
                    <a:cubicBezTo>
                      <a:pt x="452195" y="128212"/>
                      <a:pt x="434098" y="160597"/>
                      <a:pt x="416953" y="192029"/>
                    </a:cubicBezTo>
                    <a:cubicBezTo>
                      <a:pt x="412190" y="201554"/>
                      <a:pt x="425525" y="230129"/>
                      <a:pt x="433145" y="216794"/>
                    </a:cubicBezTo>
                    <a:cubicBezTo>
                      <a:pt x="450290" y="186314"/>
                      <a:pt x="467435" y="154882"/>
                      <a:pt x="484580" y="124402"/>
                    </a:cubicBezTo>
                    <a:cubicBezTo>
                      <a:pt x="493153" y="109162"/>
                      <a:pt x="501725" y="93922"/>
                      <a:pt x="509345" y="78682"/>
                    </a:cubicBezTo>
                    <a:cubicBezTo>
                      <a:pt x="516965" y="64394"/>
                      <a:pt x="523633" y="48202"/>
                      <a:pt x="536015" y="37724"/>
                    </a:cubicBezTo>
                    <a:cubicBezTo>
                      <a:pt x="543635" y="31057"/>
                      <a:pt x="535063" y="5339"/>
                      <a:pt x="524585" y="7244"/>
                    </a:cubicBezTo>
                    <a:cubicBezTo>
                      <a:pt x="449338" y="21532"/>
                      <a:pt x="374090" y="32009"/>
                      <a:pt x="297890" y="39629"/>
                    </a:cubicBezTo>
                    <a:cubicBezTo>
                      <a:pt x="287413" y="40582"/>
                      <a:pt x="295033" y="72967"/>
                      <a:pt x="307415" y="71062"/>
                    </a:cubicBezTo>
                    <a:cubicBezTo>
                      <a:pt x="350278" y="66299"/>
                      <a:pt x="393140" y="61537"/>
                      <a:pt x="436003" y="54869"/>
                    </a:cubicBezTo>
                    <a:cubicBezTo>
                      <a:pt x="360755" y="94874"/>
                      <a:pt x="292175" y="147262"/>
                      <a:pt x="233120" y="208222"/>
                    </a:cubicBezTo>
                    <a:cubicBezTo>
                      <a:pt x="158825" y="284422"/>
                      <a:pt x="98818" y="375862"/>
                      <a:pt x="57860" y="473969"/>
                    </a:cubicBezTo>
                    <a:cubicBezTo>
                      <a:pt x="35000" y="530167"/>
                      <a:pt x="17855" y="588269"/>
                      <a:pt x="7378" y="648277"/>
                    </a:cubicBezTo>
                    <a:cubicBezTo>
                      <a:pt x="6425" y="655897"/>
                      <a:pt x="8330" y="665422"/>
                      <a:pt x="14045" y="670184"/>
                    </a:cubicBezTo>
                    <a:cubicBezTo>
                      <a:pt x="20713" y="676852"/>
                      <a:pt x="25475" y="675899"/>
                      <a:pt x="27380" y="66923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rtl="0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텍스트 상자 15">
                <a:extLst>
                  <a:ext uri="{FF2B5EF4-FFF2-40B4-BE49-F238E27FC236}">
                    <a16:creationId xmlns:a16="http://schemas.microsoft.com/office/drawing/2014/main" id="{1AA52088-CC08-4B31-88C3-7589922DEBB6}"/>
                  </a:ext>
                </a:extLst>
              </p:cNvPr>
              <p:cNvSpPr txBox="1"/>
              <p:nvPr/>
            </p:nvSpPr>
            <p:spPr>
              <a:xfrm>
                <a:off x="424893" y="3134417"/>
                <a:ext cx="213841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-KR" altLang="en-US" sz="16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개체 틀 이미지 또는 아이콘 </a:t>
                </a:r>
                <a:r>
                  <a:rPr lang="ko-KR" altLang="en-US" sz="16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삭제</a:t>
                </a:r>
                <a:r>
                  <a:rPr lang="ko-KR" altLang="en-US" sz="16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6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</a:t>
                </a:r>
                <a:endPara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56A7864C-1101-45CF-B3E0-1BB84A195D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0660" y="963918"/>
                <a:ext cx="1905000" cy="1922971"/>
              </a:xfrm>
              <a:prstGeom prst="rect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</p:pic>
          <p:sp>
            <p:nvSpPr>
              <p:cNvPr id="21" name="그래픽 18" title="서식 파일 지침 화살표">
                <a:extLst>
                  <a:ext uri="{FF2B5EF4-FFF2-40B4-BE49-F238E27FC236}">
                    <a16:creationId xmlns:a16="http://schemas.microsoft.com/office/drawing/2014/main" id="{051A3989-527C-4619-9BF7-E99892F1986E}"/>
                  </a:ext>
                </a:extLst>
              </p:cNvPr>
              <p:cNvSpPr/>
              <p:nvPr/>
            </p:nvSpPr>
            <p:spPr>
              <a:xfrm rot="17820117">
                <a:off x="3452257" y="2502894"/>
                <a:ext cx="421360" cy="524851"/>
              </a:xfrm>
              <a:custGeom>
                <a:avLst/>
                <a:gdLst>
                  <a:gd name="connsiteX0" fmla="*/ 27380 w 542925"/>
                  <a:gd name="connsiteY0" fmla="*/ 669232 h 676275"/>
                  <a:gd name="connsiteX1" fmla="*/ 138823 w 542925"/>
                  <a:gd name="connsiteY1" fmla="*/ 376814 h 676275"/>
                  <a:gd name="connsiteX2" fmla="*/ 352183 w 542925"/>
                  <a:gd name="connsiteY2" fmla="*/ 147262 h 676275"/>
                  <a:gd name="connsiteX3" fmla="*/ 485533 w 542925"/>
                  <a:gd name="connsiteY3" fmla="*/ 68204 h 676275"/>
                  <a:gd name="connsiteX4" fmla="*/ 469340 w 542925"/>
                  <a:gd name="connsiteY4" fmla="*/ 96779 h 676275"/>
                  <a:gd name="connsiteX5" fmla="*/ 416953 w 542925"/>
                  <a:gd name="connsiteY5" fmla="*/ 192029 h 676275"/>
                  <a:gd name="connsiteX6" fmla="*/ 433145 w 542925"/>
                  <a:gd name="connsiteY6" fmla="*/ 216794 h 676275"/>
                  <a:gd name="connsiteX7" fmla="*/ 484580 w 542925"/>
                  <a:gd name="connsiteY7" fmla="*/ 124402 h 676275"/>
                  <a:gd name="connsiteX8" fmla="*/ 509345 w 542925"/>
                  <a:gd name="connsiteY8" fmla="*/ 78682 h 676275"/>
                  <a:gd name="connsiteX9" fmla="*/ 536015 w 542925"/>
                  <a:gd name="connsiteY9" fmla="*/ 37724 h 676275"/>
                  <a:gd name="connsiteX10" fmla="*/ 524585 w 542925"/>
                  <a:gd name="connsiteY10" fmla="*/ 7244 h 676275"/>
                  <a:gd name="connsiteX11" fmla="*/ 297890 w 542925"/>
                  <a:gd name="connsiteY11" fmla="*/ 39629 h 676275"/>
                  <a:gd name="connsiteX12" fmla="*/ 307415 w 542925"/>
                  <a:gd name="connsiteY12" fmla="*/ 71062 h 676275"/>
                  <a:gd name="connsiteX13" fmla="*/ 436003 w 542925"/>
                  <a:gd name="connsiteY13" fmla="*/ 54869 h 676275"/>
                  <a:gd name="connsiteX14" fmla="*/ 233120 w 542925"/>
                  <a:gd name="connsiteY14" fmla="*/ 208222 h 676275"/>
                  <a:gd name="connsiteX15" fmla="*/ 57860 w 542925"/>
                  <a:gd name="connsiteY15" fmla="*/ 473969 h 676275"/>
                  <a:gd name="connsiteX16" fmla="*/ 7378 w 542925"/>
                  <a:gd name="connsiteY16" fmla="*/ 648277 h 676275"/>
                  <a:gd name="connsiteX17" fmla="*/ 14045 w 542925"/>
                  <a:gd name="connsiteY17" fmla="*/ 670184 h 676275"/>
                  <a:gd name="connsiteX18" fmla="*/ 27380 w 542925"/>
                  <a:gd name="connsiteY18" fmla="*/ 669232 h 676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42925" h="676275">
                    <a:moveTo>
                      <a:pt x="27380" y="669232"/>
                    </a:moveTo>
                    <a:cubicBezTo>
                      <a:pt x="44525" y="565409"/>
                      <a:pt x="83578" y="465397"/>
                      <a:pt x="138823" y="376814"/>
                    </a:cubicBezTo>
                    <a:cubicBezTo>
                      <a:pt x="195020" y="288232"/>
                      <a:pt x="267410" y="209174"/>
                      <a:pt x="352183" y="147262"/>
                    </a:cubicBezTo>
                    <a:cubicBezTo>
                      <a:pt x="394093" y="116782"/>
                      <a:pt x="438860" y="90112"/>
                      <a:pt x="485533" y="68204"/>
                    </a:cubicBezTo>
                    <a:cubicBezTo>
                      <a:pt x="479818" y="77729"/>
                      <a:pt x="475055" y="87254"/>
                      <a:pt x="469340" y="96779"/>
                    </a:cubicBezTo>
                    <a:cubicBezTo>
                      <a:pt x="452195" y="128212"/>
                      <a:pt x="434098" y="160597"/>
                      <a:pt x="416953" y="192029"/>
                    </a:cubicBezTo>
                    <a:cubicBezTo>
                      <a:pt x="412190" y="201554"/>
                      <a:pt x="425525" y="230129"/>
                      <a:pt x="433145" y="216794"/>
                    </a:cubicBezTo>
                    <a:cubicBezTo>
                      <a:pt x="450290" y="186314"/>
                      <a:pt x="467435" y="154882"/>
                      <a:pt x="484580" y="124402"/>
                    </a:cubicBezTo>
                    <a:cubicBezTo>
                      <a:pt x="493153" y="109162"/>
                      <a:pt x="501725" y="93922"/>
                      <a:pt x="509345" y="78682"/>
                    </a:cubicBezTo>
                    <a:cubicBezTo>
                      <a:pt x="516965" y="64394"/>
                      <a:pt x="523633" y="48202"/>
                      <a:pt x="536015" y="37724"/>
                    </a:cubicBezTo>
                    <a:cubicBezTo>
                      <a:pt x="543635" y="31057"/>
                      <a:pt x="535063" y="5339"/>
                      <a:pt x="524585" y="7244"/>
                    </a:cubicBezTo>
                    <a:cubicBezTo>
                      <a:pt x="449338" y="21532"/>
                      <a:pt x="374090" y="32009"/>
                      <a:pt x="297890" y="39629"/>
                    </a:cubicBezTo>
                    <a:cubicBezTo>
                      <a:pt x="287413" y="40582"/>
                      <a:pt x="295033" y="72967"/>
                      <a:pt x="307415" y="71062"/>
                    </a:cubicBezTo>
                    <a:cubicBezTo>
                      <a:pt x="350278" y="66299"/>
                      <a:pt x="393140" y="61537"/>
                      <a:pt x="436003" y="54869"/>
                    </a:cubicBezTo>
                    <a:cubicBezTo>
                      <a:pt x="360755" y="94874"/>
                      <a:pt x="292175" y="147262"/>
                      <a:pt x="233120" y="208222"/>
                    </a:cubicBezTo>
                    <a:cubicBezTo>
                      <a:pt x="158825" y="284422"/>
                      <a:pt x="98818" y="375862"/>
                      <a:pt x="57860" y="473969"/>
                    </a:cubicBezTo>
                    <a:cubicBezTo>
                      <a:pt x="35000" y="530167"/>
                      <a:pt x="17855" y="588269"/>
                      <a:pt x="7378" y="648277"/>
                    </a:cubicBezTo>
                    <a:cubicBezTo>
                      <a:pt x="6425" y="655897"/>
                      <a:pt x="8330" y="665422"/>
                      <a:pt x="14045" y="670184"/>
                    </a:cubicBezTo>
                    <a:cubicBezTo>
                      <a:pt x="20713" y="676852"/>
                      <a:pt x="25475" y="675899"/>
                      <a:pt x="27380" y="66923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rtl="0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" name="텍스트 상자 16">
                <a:extLst>
                  <a:ext uri="{FF2B5EF4-FFF2-40B4-BE49-F238E27FC236}">
                    <a16:creationId xmlns:a16="http://schemas.microsoft.com/office/drawing/2014/main" id="{0F108E97-1B0C-4A75-91C1-1B9A03212BD0}"/>
                  </a:ext>
                </a:extLst>
              </p:cNvPr>
              <p:cNvSpPr txBox="1"/>
              <p:nvPr/>
            </p:nvSpPr>
            <p:spPr>
              <a:xfrm>
                <a:off x="2628134" y="3134416"/>
                <a:ext cx="213841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rtl="0"/>
                <a:r>
                  <a:rPr lang="ko-KR" altLang="en-US" sz="16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그런 다음</a:t>
                </a:r>
                <a:r>
                  <a:rPr lang="en-US" altLang="ko-KR" sz="16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6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사진 선택 </a:t>
                </a:r>
                <a:r>
                  <a:rPr lang="ko-KR" altLang="en-US" sz="1600" b="1" i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또는</a:t>
                </a:r>
                <a:r>
                  <a:rPr lang="ko-KR" altLang="en-US" sz="16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끌어서 놓기</a:t>
                </a:r>
              </a:p>
            </p:txBody>
          </p:sp>
        </p:grpSp>
      </p:grpSp>
      <p:grpSp>
        <p:nvGrpSpPr>
          <p:cNvPr id="3" name="그룹 2" descr="색 그룹을 선택하는 방법">
            <a:extLst>
              <a:ext uri="{FF2B5EF4-FFF2-40B4-BE49-F238E27FC236}">
                <a16:creationId xmlns:a16="http://schemas.microsoft.com/office/drawing/2014/main" id="{8E46338D-BE6F-B947-A1D4-563DEC313F81}"/>
              </a:ext>
            </a:extLst>
          </p:cNvPr>
          <p:cNvGrpSpPr/>
          <p:nvPr/>
        </p:nvGrpSpPr>
        <p:grpSpPr>
          <a:xfrm>
            <a:off x="1996769" y="4296305"/>
            <a:ext cx="8126850" cy="2434788"/>
            <a:chOff x="3453792" y="4296305"/>
            <a:chExt cx="8126850" cy="2434788"/>
          </a:xfrm>
        </p:grpSpPr>
        <p:sp>
          <p:nvSpPr>
            <p:cNvPr id="36" name="직사각형 35" descr="지침 배경 상자">
              <a:extLst>
                <a:ext uri="{FF2B5EF4-FFF2-40B4-BE49-F238E27FC236}">
                  <a16:creationId xmlns:a16="http://schemas.microsoft.com/office/drawing/2014/main" id="{076CBD10-D15D-4FC1-8D9B-B4BEB3C1E3E5}"/>
                </a:ext>
              </a:extLst>
            </p:cNvPr>
            <p:cNvSpPr/>
            <p:nvPr/>
          </p:nvSpPr>
          <p:spPr>
            <a:xfrm>
              <a:off x="3453792" y="4296305"/>
              <a:ext cx="8126850" cy="24347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타원 43" title="원 배경 그래픽">
              <a:extLst>
                <a:ext uri="{FF2B5EF4-FFF2-40B4-BE49-F238E27FC236}">
                  <a16:creationId xmlns:a16="http://schemas.microsoft.com/office/drawing/2014/main" id="{AD5E115B-A01C-4789-8FA0-CA1A95794CDC}"/>
                </a:ext>
              </a:extLst>
            </p:cNvPr>
            <p:cNvSpPr/>
            <p:nvPr/>
          </p:nvSpPr>
          <p:spPr>
            <a:xfrm>
              <a:off x="11051058" y="4438465"/>
              <a:ext cx="426811" cy="426811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r>
                <a:rPr lang="en-US" altLang="ko-KR" b="1"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2</a:t>
              </a:r>
              <a:endParaRPr lang="ko-KR" altLang="en-US" b="1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3" name="텍스트 상자 22">
              <a:extLst>
                <a:ext uri="{FF2B5EF4-FFF2-40B4-BE49-F238E27FC236}">
                  <a16:creationId xmlns:a16="http://schemas.microsoft.com/office/drawing/2014/main" id="{92C20CDD-0E88-460E-B553-CC0BFE2D7E81}"/>
                </a:ext>
              </a:extLst>
            </p:cNvPr>
            <p:cNvSpPr txBox="1"/>
            <p:nvPr/>
          </p:nvSpPr>
          <p:spPr>
            <a:xfrm>
              <a:off x="7437198" y="4729697"/>
              <a:ext cx="311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/>
              <a:r>
                <a:rPr lang="ko-KR" altLang="en-US" sz="20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색 선택</a:t>
              </a:r>
            </a:p>
          </p:txBody>
        </p:sp>
        <p:sp>
          <p:nvSpPr>
            <p:cNvPr id="22" name="텍스트 상자 21">
              <a:extLst>
                <a:ext uri="{FF2B5EF4-FFF2-40B4-BE49-F238E27FC236}">
                  <a16:creationId xmlns:a16="http://schemas.microsoft.com/office/drawing/2014/main" id="{0EDD0AB6-01C4-4545-BA3F-9047F2A0799E}"/>
                </a:ext>
              </a:extLst>
            </p:cNvPr>
            <p:cNvSpPr txBox="1"/>
            <p:nvPr/>
          </p:nvSpPr>
          <p:spPr>
            <a:xfrm>
              <a:off x="7437198" y="5178435"/>
              <a:ext cx="36144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색 변경 </a:t>
              </a:r>
              <a:r>
                <a:rPr lang="en-US" altLang="ko-KR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6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마스터 슬라이드 </a:t>
              </a:r>
            </a:p>
            <a:p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보기에서 테마</a:t>
              </a:r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 색 변경</a:t>
              </a:r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b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120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보기 </a:t>
              </a:r>
              <a:r>
                <a: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슬라이드 마스터 </a:t>
              </a:r>
              <a:r>
                <a: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 색</a:t>
              </a:r>
              <a:r>
                <a:rPr lang="en-US" altLang="ko-KR" sz="120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(</a:t>
              </a:r>
              <a:r>
                <a:rPr lang="ko-KR" altLang="en-US" sz="1200" i="1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드롭다운 화살표</a:t>
              </a:r>
              <a:r>
                <a:rPr lang="en-US" altLang="ko-KR" sz="1200"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)</a:t>
              </a: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15E4CC77-F166-480D-B4C3-5D8B48679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27155" y="4962323"/>
              <a:ext cx="2734442" cy="1186824"/>
            </a:xfrm>
            <a:prstGeom prst="rect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</p:pic>
      </p:grpSp>
      <p:sp>
        <p:nvSpPr>
          <p:cNvPr id="32" name="그래픽 18" title="서식 파일 지침 화살표">
            <a:extLst>
              <a:ext uri="{FF2B5EF4-FFF2-40B4-BE49-F238E27FC236}">
                <a16:creationId xmlns:a16="http://schemas.microsoft.com/office/drawing/2014/main" id="{1C423936-E785-4AA4-AE30-B44E99C3D5C5}"/>
              </a:ext>
            </a:extLst>
          </p:cNvPr>
          <p:cNvSpPr/>
          <p:nvPr/>
        </p:nvSpPr>
        <p:spPr>
          <a:xfrm rot="5780139" flipV="1">
            <a:off x="5216308" y="4729662"/>
            <a:ext cx="659696" cy="821727"/>
          </a:xfrm>
          <a:custGeom>
            <a:avLst/>
            <a:gdLst>
              <a:gd name="connsiteX0" fmla="*/ 27380 w 542925"/>
              <a:gd name="connsiteY0" fmla="*/ 669232 h 676275"/>
              <a:gd name="connsiteX1" fmla="*/ 138823 w 542925"/>
              <a:gd name="connsiteY1" fmla="*/ 376814 h 676275"/>
              <a:gd name="connsiteX2" fmla="*/ 352183 w 542925"/>
              <a:gd name="connsiteY2" fmla="*/ 147262 h 676275"/>
              <a:gd name="connsiteX3" fmla="*/ 485533 w 542925"/>
              <a:gd name="connsiteY3" fmla="*/ 68204 h 676275"/>
              <a:gd name="connsiteX4" fmla="*/ 469340 w 542925"/>
              <a:gd name="connsiteY4" fmla="*/ 96779 h 676275"/>
              <a:gd name="connsiteX5" fmla="*/ 416953 w 542925"/>
              <a:gd name="connsiteY5" fmla="*/ 192029 h 676275"/>
              <a:gd name="connsiteX6" fmla="*/ 433145 w 542925"/>
              <a:gd name="connsiteY6" fmla="*/ 216794 h 676275"/>
              <a:gd name="connsiteX7" fmla="*/ 484580 w 542925"/>
              <a:gd name="connsiteY7" fmla="*/ 124402 h 676275"/>
              <a:gd name="connsiteX8" fmla="*/ 509345 w 542925"/>
              <a:gd name="connsiteY8" fmla="*/ 78682 h 676275"/>
              <a:gd name="connsiteX9" fmla="*/ 536015 w 542925"/>
              <a:gd name="connsiteY9" fmla="*/ 37724 h 676275"/>
              <a:gd name="connsiteX10" fmla="*/ 524585 w 542925"/>
              <a:gd name="connsiteY10" fmla="*/ 7244 h 676275"/>
              <a:gd name="connsiteX11" fmla="*/ 297890 w 542925"/>
              <a:gd name="connsiteY11" fmla="*/ 39629 h 676275"/>
              <a:gd name="connsiteX12" fmla="*/ 307415 w 542925"/>
              <a:gd name="connsiteY12" fmla="*/ 71062 h 676275"/>
              <a:gd name="connsiteX13" fmla="*/ 436003 w 542925"/>
              <a:gd name="connsiteY13" fmla="*/ 54869 h 676275"/>
              <a:gd name="connsiteX14" fmla="*/ 233120 w 542925"/>
              <a:gd name="connsiteY14" fmla="*/ 208222 h 676275"/>
              <a:gd name="connsiteX15" fmla="*/ 57860 w 542925"/>
              <a:gd name="connsiteY15" fmla="*/ 473969 h 676275"/>
              <a:gd name="connsiteX16" fmla="*/ 7378 w 542925"/>
              <a:gd name="connsiteY16" fmla="*/ 648277 h 676275"/>
              <a:gd name="connsiteX17" fmla="*/ 14045 w 542925"/>
              <a:gd name="connsiteY17" fmla="*/ 670184 h 676275"/>
              <a:gd name="connsiteX18" fmla="*/ 27380 w 542925"/>
              <a:gd name="connsiteY18" fmla="*/ 669232 h 67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2925" h="676275">
                <a:moveTo>
                  <a:pt x="27380" y="669232"/>
                </a:moveTo>
                <a:cubicBezTo>
                  <a:pt x="44525" y="565409"/>
                  <a:pt x="83578" y="465397"/>
                  <a:pt x="138823" y="376814"/>
                </a:cubicBezTo>
                <a:cubicBezTo>
                  <a:pt x="195020" y="288232"/>
                  <a:pt x="267410" y="209174"/>
                  <a:pt x="352183" y="147262"/>
                </a:cubicBezTo>
                <a:cubicBezTo>
                  <a:pt x="394093" y="116782"/>
                  <a:pt x="438860" y="90112"/>
                  <a:pt x="485533" y="68204"/>
                </a:cubicBezTo>
                <a:cubicBezTo>
                  <a:pt x="479818" y="77729"/>
                  <a:pt x="475055" y="87254"/>
                  <a:pt x="469340" y="96779"/>
                </a:cubicBezTo>
                <a:cubicBezTo>
                  <a:pt x="452195" y="128212"/>
                  <a:pt x="434098" y="160597"/>
                  <a:pt x="416953" y="192029"/>
                </a:cubicBezTo>
                <a:cubicBezTo>
                  <a:pt x="412190" y="201554"/>
                  <a:pt x="425525" y="230129"/>
                  <a:pt x="433145" y="216794"/>
                </a:cubicBezTo>
                <a:cubicBezTo>
                  <a:pt x="450290" y="186314"/>
                  <a:pt x="467435" y="154882"/>
                  <a:pt x="484580" y="124402"/>
                </a:cubicBezTo>
                <a:cubicBezTo>
                  <a:pt x="493153" y="109162"/>
                  <a:pt x="501725" y="93922"/>
                  <a:pt x="509345" y="78682"/>
                </a:cubicBezTo>
                <a:cubicBezTo>
                  <a:pt x="516965" y="64394"/>
                  <a:pt x="523633" y="48202"/>
                  <a:pt x="536015" y="37724"/>
                </a:cubicBezTo>
                <a:cubicBezTo>
                  <a:pt x="543635" y="31057"/>
                  <a:pt x="535063" y="5339"/>
                  <a:pt x="524585" y="7244"/>
                </a:cubicBezTo>
                <a:cubicBezTo>
                  <a:pt x="449338" y="21532"/>
                  <a:pt x="374090" y="32009"/>
                  <a:pt x="297890" y="39629"/>
                </a:cubicBezTo>
                <a:cubicBezTo>
                  <a:pt x="287413" y="40582"/>
                  <a:pt x="295033" y="72967"/>
                  <a:pt x="307415" y="71062"/>
                </a:cubicBezTo>
                <a:cubicBezTo>
                  <a:pt x="350278" y="66299"/>
                  <a:pt x="393140" y="61537"/>
                  <a:pt x="436003" y="54869"/>
                </a:cubicBezTo>
                <a:cubicBezTo>
                  <a:pt x="360755" y="94874"/>
                  <a:pt x="292175" y="147262"/>
                  <a:pt x="233120" y="208222"/>
                </a:cubicBezTo>
                <a:cubicBezTo>
                  <a:pt x="158825" y="284422"/>
                  <a:pt x="98818" y="375862"/>
                  <a:pt x="57860" y="473969"/>
                </a:cubicBezTo>
                <a:cubicBezTo>
                  <a:pt x="35000" y="530167"/>
                  <a:pt x="17855" y="588269"/>
                  <a:pt x="7378" y="648277"/>
                </a:cubicBezTo>
                <a:cubicBezTo>
                  <a:pt x="6425" y="655897"/>
                  <a:pt x="8330" y="665422"/>
                  <a:pt x="14045" y="670184"/>
                </a:cubicBezTo>
                <a:cubicBezTo>
                  <a:pt x="20713" y="676852"/>
                  <a:pt x="25475" y="675899"/>
                  <a:pt x="27380" y="66923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래픽 34" title="아이콘 클릭">
            <a:extLst>
              <a:ext uri="{FF2B5EF4-FFF2-40B4-BE49-F238E27FC236}">
                <a16:creationId xmlns:a16="http://schemas.microsoft.com/office/drawing/2014/main" id="{FE77A636-0A2F-43A6-A666-027B31BBE48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060194" y="6032864"/>
            <a:ext cx="199025" cy="1990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텍스트 상자 38">
            <a:extLst>
              <a:ext uri="{FF2B5EF4-FFF2-40B4-BE49-F238E27FC236}">
                <a16:creationId xmlns:a16="http://schemas.microsoft.com/office/drawing/2014/main" id="{EE816D14-AD3C-4935-8CBF-20A2233CD8EE}"/>
              </a:ext>
            </a:extLst>
          </p:cNvPr>
          <p:cNvSpPr txBox="1"/>
          <p:nvPr/>
        </p:nvSpPr>
        <p:spPr>
          <a:xfrm>
            <a:off x="9181559" y="930462"/>
            <a:ext cx="1800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ko-KR" alt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마스터 서식 파일 작업에 익숙한 경우 이 슬라이드 삭제</a:t>
            </a:r>
          </a:p>
        </p:txBody>
      </p:sp>
      <p:grpSp>
        <p:nvGrpSpPr>
          <p:cNvPr id="54" name="그룹 53" title="휴지통 그래픽">
            <a:extLst>
              <a:ext uri="{FF2B5EF4-FFF2-40B4-BE49-F238E27FC236}">
                <a16:creationId xmlns:a16="http://schemas.microsoft.com/office/drawing/2014/main" id="{EDB4B58C-F60B-48DA-BCAD-2112E9BE7B4D}"/>
              </a:ext>
            </a:extLst>
          </p:cNvPr>
          <p:cNvGrpSpPr/>
          <p:nvPr/>
        </p:nvGrpSpPr>
        <p:grpSpPr>
          <a:xfrm>
            <a:off x="10990548" y="876479"/>
            <a:ext cx="687382" cy="687382"/>
            <a:chOff x="11174860" y="467747"/>
            <a:chExt cx="687382" cy="687382"/>
          </a:xfrm>
        </p:grpSpPr>
        <p:sp>
          <p:nvSpPr>
            <p:cNvPr id="53" name="타원 52" title="원 배경 그래픽">
              <a:extLst>
                <a:ext uri="{FF2B5EF4-FFF2-40B4-BE49-F238E27FC236}">
                  <a16:creationId xmlns:a16="http://schemas.microsoft.com/office/drawing/2014/main" id="{FAD8A723-1B46-4241-82C6-307FB9AFAA72}"/>
                </a:ext>
              </a:extLst>
            </p:cNvPr>
            <p:cNvSpPr/>
            <p:nvPr/>
          </p:nvSpPr>
          <p:spPr>
            <a:xfrm>
              <a:off x="11174860" y="467747"/>
              <a:ext cx="687382" cy="68738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그래픽 47" title="휴지통 아이콘">
              <a:extLst>
                <a:ext uri="{FF2B5EF4-FFF2-40B4-BE49-F238E27FC236}">
                  <a16:creationId xmlns:a16="http://schemas.microsoft.com/office/drawing/2014/main" id="{8DA3E33B-4A06-4660-8AE8-549D26985401}"/>
                </a:ext>
              </a:extLst>
            </p:cNvPr>
            <p:cNvSpPr/>
            <p:nvPr/>
          </p:nvSpPr>
          <p:spPr>
            <a:xfrm>
              <a:off x="11388555" y="650855"/>
              <a:ext cx="259992" cy="321166"/>
            </a:xfrm>
            <a:custGeom>
              <a:avLst/>
              <a:gdLst>
                <a:gd name="connsiteX0" fmla="*/ 407881 w 418718"/>
                <a:gd name="connsiteY0" fmla="*/ 116995 h 517240"/>
                <a:gd name="connsiteX1" fmla="*/ 406403 w 418718"/>
                <a:gd name="connsiteY1" fmla="*/ 129803 h 517240"/>
                <a:gd name="connsiteX2" fmla="*/ 19951 w 418718"/>
                <a:gd name="connsiteY2" fmla="*/ 129803 h 517240"/>
                <a:gd name="connsiteX3" fmla="*/ 18473 w 418718"/>
                <a:gd name="connsiteY3" fmla="*/ 116995 h 517240"/>
                <a:gd name="connsiteX4" fmla="*/ 78818 w 418718"/>
                <a:gd name="connsiteY4" fmla="*/ 57635 h 517240"/>
                <a:gd name="connsiteX5" fmla="*/ 136453 w 418718"/>
                <a:gd name="connsiteY5" fmla="*/ 57635 h 517240"/>
                <a:gd name="connsiteX6" fmla="*/ 175122 w 418718"/>
                <a:gd name="connsiteY6" fmla="*/ 18474 h 517240"/>
                <a:gd name="connsiteX7" fmla="*/ 175369 w 418718"/>
                <a:gd name="connsiteY7" fmla="*/ 18473 h 517240"/>
                <a:gd name="connsiteX8" fmla="*/ 251231 w 418718"/>
                <a:gd name="connsiteY8" fmla="*/ 18473 h 517240"/>
                <a:gd name="connsiteX9" fmla="*/ 289408 w 418718"/>
                <a:gd name="connsiteY9" fmla="*/ 57389 h 517240"/>
                <a:gd name="connsiteX10" fmla="*/ 289408 w 418718"/>
                <a:gd name="connsiteY10" fmla="*/ 57389 h 517240"/>
                <a:gd name="connsiteX11" fmla="*/ 347044 w 418718"/>
                <a:gd name="connsiteY11" fmla="*/ 57389 h 517240"/>
                <a:gd name="connsiteX12" fmla="*/ 407881 w 418718"/>
                <a:gd name="connsiteY12" fmla="*/ 116995 h 517240"/>
                <a:gd name="connsiteX13" fmla="*/ 36453 w 418718"/>
                <a:gd name="connsiteY13" fmla="*/ 157389 h 517240"/>
                <a:gd name="connsiteX14" fmla="*/ 389901 w 418718"/>
                <a:gd name="connsiteY14" fmla="*/ 157389 h 517240"/>
                <a:gd name="connsiteX15" fmla="*/ 389901 w 418718"/>
                <a:gd name="connsiteY15" fmla="*/ 456896 h 517240"/>
                <a:gd name="connsiteX16" fmla="*/ 349507 w 418718"/>
                <a:gd name="connsiteY16" fmla="*/ 509359 h 517240"/>
                <a:gd name="connsiteX17" fmla="*/ 336453 w 418718"/>
                <a:gd name="connsiteY17" fmla="*/ 511083 h 517240"/>
                <a:gd name="connsiteX18" fmla="*/ 87931 w 418718"/>
                <a:gd name="connsiteY18" fmla="*/ 511083 h 517240"/>
                <a:gd name="connsiteX19" fmla="*/ 36452 w 418718"/>
                <a:gd name="connsiteY19" fmla="*/ 457172 h 517240"/>
                <a:gd name="connsiteX20" fmla="*/ 36453 w 418718"/>
                <a:gd name="connsiteY20" fmla="*/ 457142 h 517240"/>
                <a:gd name="connsiteX21" fmla="*/ 36453 w 418718"/>
                <a:gd name="connsiteY21" fmla="*/ 157635 h 517240"/>
                <a:gd name="connsiteX22" fmla="*/ 282758 w 418718"/>
                <a:gd name="connsiteY22" fmla="*/ 440640 h 517240"/>
                <a:gd name="connsiteX23" fmla="*/ 300492 w 418718"/>
                <a:gd name="connsiteY23" fmla="*/ 458374 h 517240"/>
                <a:gd name="connsiteX24" fmla="*/ 301724 w 418718"/>
                <a:gd name="connsiteY24" fmla="*/ 458374 h 517240"/>
                <a:gd name="connsiteX25" fmla="*/ 318719 w 418718"/>
                <a:gd name="connsiteY25" fmla="*/ 439654 h 517240"/>
                <a:gd name="connsiteX26" fmla="*/ 318719 w 418718"/>
                <a:gd name="connsiteY26" fmla="*/ 229556 h 517240"/>
                <a:gd name="connsiteX27" fmla="*/ 318719 w 418718"/>
                <a:gd name="connsiteY27" fmla="*/ 222906 h 517240"/>
                <a:gd name="connsiteX28" fmla="*/ 296379 w 418718"/>
                <a:gd name="connsiteY28" fmla="*/ 210762 h 517240"/>
                <a:gd name="connsiteX29" fmla="*/ 283497 w 418718"/>
                <a:gd name="connsiteY29" fmla="*/ 227832 h 517240"/>
                <a:gd name="connsiteX30" fmla="*/ 283497 w 418718"/>
                <a:gd name="connsiteY30" fmla="*/ 440640 h 517240"/>
                <a:gd name="connsiteX31" fmla="*/ 194088 w 418718"/>
                <a:gd name="connsiteY31" fmla="*/ 440640 h 517240"/>
                <a:gd name="connsiteX32" fmla="*/ 211822 w 418718"/>
                <a:gd name="connsiteY32" fmla="*/ 458374 h 517240"/>
                <a:gd name="connsiteX33" fmla="*/ 215517 w 418718"/>
                <a:gd name="connsiteY33" fmla="*/ 458374 h 517240"/>
                <a:gd name="connsiteX34" fmla="*/ 232019 w 418718"/>
                <a:gd name="connsiteY34" fmla="*/ 439654 h 517240"/>
                <a:gd name="connsiteX35" fmla="*/ 232019 w 418718"/>
                <a:gd name="connsiteY35" fmla="*/ 229310 h 517240"/>
                <a:gd name="connsiteX36" fmla="*/ 232019 w 418718"/>
                <a:gd name="connsiteY36" fmla="*/ 222906 h 517240"/>
                <a:gd name="connsiteX37" fmla="*/ 214532 w 418718"/>
                <a:gd name="connsiteY37" fmla="*/ 209852 h 517240"/>
                <a:gd name="connsiteX38" fmla="*/ 197044 w 418718"/>
                <a:gd name="connsiteY38" fmla="*/ 228078 h 517240"/>
                <a:gd name="connsiteX39" fmla="*/ 197044 w 418718"/>
                <a:gd name="connsiteY39" fmla="*/ 440640 h 517240"/>
                <a:gd name="connsiteX40" fmla="*/ 105419 w 418718"/>
                <a:gd name="connsiteY40" fmla="*/ 440640 h 517240"/>
                <a:gd name="connsiteX41" fmla="*/ 123153 w 418718"/>
                <a:gd name="connsiteY41" fmla="*/ 458374 h 517240"/>
                <a:gd name="connsiteX42" fmla="*/ 123153 w 418718"/>
                <a:gd name="connsiteY42" fmla="*/ 458374 h 517240"/>
                <a:gd name="connsiteX43" fmla="*/ 141641 w 418718"/>
                <a:gd name="connsiteY43" fmla="*/ 441948 h 517240"/>
                <a:gd name="connsiteX44" fmla="*/ 141625 w 418718"/>
                <a:gd name="connsiteY44" fmla="*/ 439654 h 517240"/>
                <a:gd name="connsiteX45" fmla="*/ 141625 w 418718"/>
                <a:gd name="connsiteY45" fmla="*/ 229310 h 517240"/>
                <a:gd name="connsiteX46" fmla="*/ 141625 w 418718"/>
                <a:gd name="connsiteY46" fmla="*/ 222906 h 517240"/>
                <a:gd name="connsiteX47" fmla="*/ 120363 w 418718"/>
                <a:gd name="connsiteY47" fmla="*/ 209605 h 517240"/>
                <a:gd name="connsiteX48" fmla="*/ 106650 w 418718"/>
                <a:gd name="connsiteY48" fmla="*/ 228078 h 517240"/>
                <a:gd name="connsiteX49" fmla="*/ 106650 w 418718"/>
                <a:gd name="connsiteY49" fmla="*/ 440640 h 517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18718" h="517240">
                  <a:moveTo>
                    <a:pt x="407881" y="116995"/>
                  </a:moveTo>
                  <a:cubicBezTo>
                    <a:pt x="407876" y="121306"/>
                    <a:pt x="407379" y="125603"/>
                    <a:pt x="406403" y="129803"/>
                  </a:cubicBezTo>
                  <a:lnTo>
                    <a:pt x="19951" y="129803"/>
                  </a:lnTo>
                  <a:cubicBezTo>
                    <a:pt x="18974" y="125603"/>
                    <a:pt x="18479" y="121306"/>
                    <a:pt x="18473" y="116995"/>
                  </a:cubicBezTo>
                  <a:cubicBezTo>
                    <a:pt x="19011" y="84053"/>
                    <a:pt x="45871" y="57631"/>
                    <a:pt x="78818" y="57635"/>
                  </a:cubicBezTo>
                  <a:lnTo>
                    <a:pt x="136453" y="57635"/>
                  </a:lnTo>
                  <a:cubicBezTo>
                    <a:pt x="136317" y="36143"/>
                    <a:pt x="153630" y="18610"/>
                    <a:pt x="175122" y="18474"/>
                  </a:cubicBezTo>
                  <a:cubicBezTo>
                    <a:pt x="175204" y="18473"/>
                    <a:pt x="175287" y="18473"/>
                    <a:pt x="175369" y="18473"/>
                  </a:cubicBezTo>
                  <a:lnTo>
                    <a:pt x="251231" y="18473"/>
                  </a:lnTo>
                  <a:cubicBezTo>
                    <a:pt x="272492" y="18743"/>
                    <a:pt x="289546" y="36127"/>
                    <a:pt x="289408" y="57389"/>
                  </a:cubicBezTo>
                  <a:lnTo>
                    <a:pt x="289408" y="57389"/>
                  </a:lnTo>
                  <a:lnTo>
                    <a:pt x="347044" y="57389"/>
                  </a:lnTo>
                  <a:cubicBezTo>
                    <a:pt x="380278" y="57115"/>
                    <a:pt x="407475" y="83763"/>
                    <a:pt x="407881" y="116995"/>
                  </a:cubicBezTo>
                  <a:close/>
                  <a:moveTo>
                    <a:pt x="36453" y="157389"/>
                  </a:moveTo>
                  <a:lnTo>
                    <a:pt x="389901" y="157389"/>
                  </a:lnTo>
                  <a:lnTo>
                    <a:pt x="389901" y="456896"/>
                  </a:lnTo>
                  <a:cubicBezTo>
                    <a:pt x="390566" y="481746"/>
                    <a:pt x="373699" y="503649"/>
                    <a:pt x="349507" y="509359"/>
                  </a:cubicBezTo>
                  <a:cubicBezTo>
                    <a:pt x="345261" y="510553"/>
                    <a:pt x="340864" y="511132"/>
                    <a:pt x="336453" y="511083"/>
                  </a:cubicBezTo>
                  <a:lnTo>
                    <a:pt x="87931" y="511083"/>
                  </a:lnTo>
                  <a:cubicBezTo>
                    <a:pt x="58828" y="510410"/>
                    <a:pt x="35780" y="486273"/>
                    <a:pt x="36452" y="457172"/>
                  </a:cubicBezTo>
                  <a:cubicBezTo>
                    <a:pt x="36453" y="457162"/>
                    <a:pt x="36453" y="457152"/>
                    <a:pt x="36453" y="457142"/>
                  </a:cubicBezTo>
                  <a:lnTo>
                    <a:pt x="36453" y="157635"/>
                  </a:lnTo>
                  <a:close/>
                  <a:moveTo>
                    <a:pt x="282758" y="440640"/>
                  </a:moveTo>
                  <a:cubicBezTo>
                    <a:pt x="282758" y="450433"/>
                    <a:pt x="290699" y="458374"/>
                    <a:pt x="300492" y="458374"/>
                  </a:cubicBezTo>
                  <a:lnTo>
                    <a:pt x="301724" y="458374"/>
                  </a:lnTo>
                  <a:cubicBezTo>
                    <a:pt x="311561" y="457842"/>
                    <a:pt x="319137" y="449497"/>
                    <a:pt x="318719" y="439654"/>
                  </a:cubicBezTo>
                  <a:lnTo>
                    <a:pt x="318719" y="229556"/>
                  </a:lnTo>
                  <a:cubicBezTo>
                    <a:pt x="318960" y="227346"/>
                    <a:pt x="318960" y="225116"/>
                    <a:pt x="318719" y="222906"/>
                  </a:cubicBezTo>
                  <a:cubicBezTo>
                    <a:pt x="315903" y="213383"/>
                    <a:pt x="305901" y="207947"/>
                    <a:pt x="296379" y="210762"/>
                  </a:cubicBezTo>
                  <a:cubicBezTo>
                    <a:pt x="288800" y="213004"/>
                    <a:pt x="283573" y="219930"/>
                    <a:pt x="283497" y="227832"/>
                  </a:cubicBezTo>
                  <a:lnTo>
                    <a:pt x="283497" y="440640"/>
                  </a:lnTo>
                  <a:close/>
                  <a:moveTo>
                    <a:pt x="194088" y="440640"/>
                  </a:moveTo>
                  <a:cubicBezTo>
                    <a:pt x="194088" y="450433"/>
                    <a:pt x="202028" y="458374"/>
                    <a:pt x="211822" y="458374"/>
                  </a:cubicBezTo>
                  <a:lnTo>
                    <a:pt x="215517" y="458374"/>
                  </a:lnTo>
                  <a:cubicBezTo>
                    <a:pt x="225220" y="457714"/>
                    <a:pt x="232582" y="449364"/>
                    <a:pt x="232019" y="439654"/>
                  </a:cubicBezTo>
                  <a:lnTo>
                    <a:pt x="232019" y="229310"/>
                  </a:lnTo>
                  <a:cubicBezTo>
                    <a:pt x="232513" y="227204"/>
                    <a:pt x="232513" y="225012"/>
                    <a:pt x="232019" y="222906"/>
                  </a:cubicBezTo>
                  <a:cubicBezTo>
                    <a:pt x="229874" y="215059"/>
                    <a:pt x="222665" y="209677"/>
                    <a:pt x="214532" y="209852"/>
                  </a:cubicBezTo>
                  <a:cubicBezTo>
                    <a:pt x="204698" y="210120"/>
                    <a:pt x="196906" y="218242"/>
                    <a:pt x="197044" y="228078"/>
                  </a:cubicBezTo>
                  <a:lnTo>
                    <a:pt x="197044" y="440640"/>
                  </a:lnTo>
                  <a:close/>
                  <a:moveTo>
                    <a:pt x="105419" y="440640"/>
                  </a:moveTo>
                  <a:cubicBezTo>
                    <a:pt x="105419" y="450433"/>
                    <a:pt x="113358" y="458374"/>
                    <a:pt x="123153" y="458374"/>
                  </a:cubicBezTo>
                  <a:lnTo>
                    <a:pt x="123153" y="458374"/>
                  </a:lnTo>
                  <a:cubicBezTo>
                    <a:pt x="132794" y="458943"/>
                    <a:pt x="141071" y="451588"/>
                    <a:pt x="141641" y="441948"/>
                  </a:cubicBezTo>
                  <a:cubicBezTo>
                    <a:pt x="141686" y="441184"/>
                    <a:pt x="141681" y="440418"/>
                    <a:pt x="141625" y="439654"/>
                  </a:cubicBezTo>
                  <a:lnTo>
                    <a:pt x="141625" y="229310"/>
                  </a:lnTo>
                  <a:cubicBezTo>
                    <a:pt x="142119" y="227204"/>
                    <a:pt x="142119" y="225012"/>
                    <a:pt x="141625" y="222906"/>
                  </a:cubicBezTo>
                  <a:cubicBezTo>
                    <a:pt x="139427" y="213362"/>
                    <a:pt x="129908" y="207407"/>
                    <a:pt x="120363" y="209605"/>
                  </a:cubicBezTo>
                  <a:cubicBezTo>
                    <a:pt x="111876" y="211560"/>
                    <a:pt x="106065" y="219389"/>
                    <a:pt x="106650" y="228078"/>
                  </a:cubicBezTo>
                  <a:lnTo>
                    <a:pt x="106650" y="44064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D2D8260F-F1E9-49CB-AE09-EF768722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"/>
              <a:t>How to Customize this Slide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8DC1F28-E3FD-416B-8C76-7556A49440F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en-ZA" altLang="ko-KR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591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216_TF16411253" id="{A9777A35-B9FB-495E-BDB1-28C28BDFA533}" vid="{132D27B6-BF05-48BF-BEC0-BA778CF834E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8A50AA-654B-45CA-B6AD-FDA9E9535EF9}">
  <ds:schemaRefs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fb0879af-3eba-417a-a55a-ffe6dcd6ca77"/>
    <ds:schemaRef ds:uri="http://purl.org/dc/elements/1.1/"/>
    <ds:schemaRef ds:uri="http://schemas.microsoft.com/office/2006/documentManagement/types"/>
    <ds:schemaRef ds:uri="6dc4bcd6-49db-4c07-9060-8acfc67cef9f"/>
    <ds:schemaRef ds:uri="http://schemas.microsoft.com/office/infopath/2007/PartnerControl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4F06F66-218D-4D1C-873A-158A1848B8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CDC626-B3A4-4E2A-B903-2655BFCAF3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기하학적 프레젠테이션</Template>
  <TotalTime>0</TotalTime>
  <Words>532</Words>
  <Application>Microsoft Office PowerPoint</Application>
  <PresentationFormat>와이드스크린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맑은 고딕</vt:lpstr>
      <vt:lpstr>맑은 고딕 </vt:lpstr>
      <vt:lpstr>Arial</vt:lpstr>
      <vt:lpstr>Calibri Light</vt:lpstr>
      <vt:lpstr>Times New Roman</vt:lpstr>
      <vt:lpstr>Wingdings</vt:lpstr>
      <vt:lpstr>Office 테마</vt:lpstr>
      <vt:lpstr>프레젠테이션 제목</vt:lpstr>
      <vt:lpstr>구역 구분선 옵션 1</vt:lpstr>
      <vt:lpstr>구역 구분선 옵션 2</vt:lpstr>
      <vt:lpstr>회사 소개</vt:lpstr>
      <vt:lpstr>고객과의 약속</vt:lpstr>
      <vt:lpstr>제품</vt:lpstr>
      <vt:lpstr>비교</vt:lpstr>
      <vt:lpstr>차트 옵션</vt:lpstr>
      <vt:lpstr>표</vt:lpstr>
      <vt:lpstr>Lorem ipsum dolor sit amet, consectetur adipiscing elit. </vt:lpstr>
      <vt:lpstr>감사합니다!</vt:lpstr>
      <vt:lpstr>How to Customize this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2026-09-15T06:05:45Z</dcterms:created>
  <dcterms:modified xsi:type="dcterms:W3CDTF">2026-09-15T06:06:55Z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